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6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216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C320EB-5352-40AA-A0A9-C13066E1373C}" type="doc">
      <dgm:prSet loTypeId="list" loCatId="list" qsTypeId="urn:microsoft.com/office/officeart/2005/8/quickstyle/simple1" qsCatId="simple" csTypeId="urn:microsoft.com/office/officeart/2005/8/colors/accent5_1" csCatId="accent1" phldr="1"/>
      <dgm:spPr/>
      <dgm:t>
        <a:bodyPr/>
        <a:p>
          <a:endParaRPr lang="zh-CN" altLang="en-US"/>
        </a:p>
      </dgm:t>
    </dgm:pt>
    <dgm:pt modelId="{773C5012-55F9-436E-B78B-2A38D8AAA0C0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R</a:t>
          </a: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aw C-MAPSS Files</a:t>
          </a:r>
          <a:r>
            <a:rPr lang="zh-CN" altLang="en-US" sz="2400">
              <a:latin typeface="Times New Roman" panose="02020603050405020304" charset="0"/>
              <a:cs typeface="Times New Roman" panose="02020603050405020304" charset="0"/>
              <a:sym typeface="+mn-ea"/>
            </a:rPr>
            <a:t/>
          </a:r>
          <a:endParaRPr lang="zh-CN" altLang="en-US" sz="2400">
            <a:latin typeface="Times New Roman" panose="02020603050405020304" charset="0"/>
            <a:cs typeface="Times New Roman" panose="02020603050405020304" charset="0"/>
            <a:sym typeface="+mn-ea"/>
          </a:endParaRPr>
        </a:p>
      </dgm:t>
    </dgm:pt>
    <dgm:pt modelId="{E1399106-9BE2-43F4-9430-F473CB36780F}" cxnId="{F0C5647A-899A-4A0E-976D-8C2276AFD645}" type="parTrans">
      <dgm:prSet/>
      <dgm:spPr/>
      <dgm:t>
        <a:bodyPr/>
        <a:p>
          <a:endParaRPr lang="zh-CN" altLang="en-US"/>
        </a:p>
      </dgm:t>
    </dgm:pt>
    <dgm:pt modelId="{507A6FE3-4D55-4ED6-A973-429D64C5DF28}" cxnId="{F0C5647A-899A-4A0E-976D-8C2276AFD645}" type="sibTrans">
      <dgm:prSet/>
      <dgm:spPr/>
      <dgm:t>
        <a:bodyPr/>
        <a:p>
          <a:endParaRPr lang="zh-CN" altLang="en-US"/>
        </a:p>
      </dgm:t>
    </dgm:pt>
    <dgm:pt modelId="{2622F731-D5D0-4C1F-9B75-371C038B33FF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>
              <a:latin typeface="Times New Roman" panose="02020603050405020304" charset="0"/>
              <a:cs typeface="Times New Roman" panose="02020603050405020304" charset="0"/>
            </a:rPr>
            <a:t>Data Preprocessing &amp; Cleaning</a:t>
          </a:r>
          <a:r>
            <a:rPr lang="en-US" altLang="en-US" sz="2400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US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A38E328C-5D0D-4997-BC68-B9B1C47691E0}" cxnId="{3D064BB5-956E-4CC4-85C7-508F3B23D265}" type="parTrans">
      <dgm:prSet/>
      <dgm:spPr/>
    </dgm:pt>
    <dgm:pt modelId="{A7D50B36-99F0-4E9C-8054-53AD69EE66A9}" cxnId="{3D064BB5-956E-4CC4-85C7-508F3B23D265}" type="sibTrans">
      <dgm:prSet/>
      <dgm:spPr/>
    </dgm:pt>
    <dgm:pt modelId="{019BC750-A103-4BE8-A8DD-CF0457F22FB6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R</a:t>
          </a: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UL Label Creation</a:t>
          </a:r>
          <a:r>
            <a:rPr sz="2400">
              <a:latin typeface="Times New Roman" panose="02020603050405020304" charset="0"/>
              <a:cs typeface="Times New Roman" panose="02020603050405020304" charset="0"/>
            </a:rPr>
            <a:t/>
          </a:r>
          <a:endParaRPr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3AD2AD77-EC6B-42BA-B866-EA7A289DADDB}" cxnId="{B252D78D-3478-444D-9576-386286C58B37}" type="parTrans">
      <dgm:prSet/>
      <dgm:spPr/>
    </dgm:pt>
    <dgm:pt modelId="{FD5D0084-EBA2-408C-BC17-9BBB7EB393EE}" cxnId="{B252D78D-3478-444D-9576-386286C58B37}" type="sibTrans">
      <dgm:prSet/>
      <dgm:spPr/>
    </dgm:pt>
    <dgm:pt modelId="{CA58FE74-4619-4E47-BA6C-E0CD35AF5AC2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E</a:t>
          </a: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ngine-wise Train/Validation Split</a:t>
          </a:r>
          <a:r>
            <a:rPr sz="2400">
              <a:latin typeface="Times New Roman" panose="02020603050405020304" charset="0"/>
              <a:cs typeface="Times New Roman" panose="02020603050405020304" charset="0"/>
            </a:rPr>
            <a:t/>
          </a:r>
          <a:endParaRPr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EBAD4DA7-135F-4F4E-9475-804E7DC205D2}" cxnId="{81334953-024E-4027-B934-F9289B640175}" type="parTrans">
      <dgm:prSet/>
      <dgm:spPr/>
      <dgm:t>
        <a:bodyPr/>
        <a:p>
          <a:endParaRPr lang="zh-CN" altLang="en-US"/>
        </a:p>
      </dgm:t>
    </dgm:pt>
    <dgm:pt modelId="{5723A07A-E737-45B0-B84E-97FB4DE86580}" cxnId="{81334953-024E-4027-B934-F9289B640175}" type="sibTrans">
      <dgm:prSet/>
      <dgm:spPr/>
      <dgm:t>
        <a:bodyPr/>
        <a:p>
          <a:endParaRPr lang="zh-CN" altLang="en-US"/>
        </a:p>
      </dgm:t>
    </dgm:pt>
    <dgm:pt modelId="{A9E40C43-3C3A-4453-8918-DB863CF2E423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M</a:t>
          </a: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odel </a:t>
          </a: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T</a:t>
          </a: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raining </a:t>
          </a: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/>
          </a:r>
          <a:endParaRPr sz="2400">
            <a:latin typeface="Times New Roman" panose="02020603050405020304" charset="0"/>
            <a:cs typeface="Times New Roman" panose="02020603050405020304" charset="0"/>
            <a:sym typeface="+mn-ea"/>
          </a:endParaRPr>
        </a:p>
      </dgm:t>
    </dgm:pt>
    <dgm:pt modelId="{72362CCB-C5EE-490E-A25D-A2B50B611EB0}" cxnId="{1904CC68-03A6-429D-9150-1986D05F6A74}" type="parTrans">
      <dgm:prSet/>
      <dgm:spPr/>
    </dgm:pt>
    <dgm:pt modelId="{69F78A5A-0414-4555-8E50-0708B0BAAC34}" cxnId="{1904CC68-03A6-429D-9150-1986D05F6A74}" type="sibTrans">
      <dgm:prSet/>
      <dgm:spPr/>
    </dgm:pt>
    <dgm:pt modelId="{D3284563-CEAB-43B3-81C4-5F6C081CBB78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 </a:t>
          </a:r>
          <a:r>
            <a:rPr lang="en-IN" sz="2400">
              <a:latin typeface="Times New Roman" panose="02020603050405020304" charset="0"/>
              <a:cs typeface="Times New Roman" panose="02020603050405020304" charset="0"/>
              <a:sym typeface="+mn-ea"/>
            </a:rPr>
            <a:t>Hyperparameter Tuning</a:t>
          </a:r>
          <a:r>
            <a:rPr lang="en-IN" sz="2400">
              <a:latin typeface="Times New Roman" panose="02020603050405020304" charset="0"/>
              <a:cs typeface="Times New Roman" panose="02020603050405020304" charset="0"/>
              <a:sym typeface="+mn-ea"/>
            </a:rPr>
            <a:t/>
          </a:r>
          <a:endParaRPr lang="en-IN" sz="2400">
            <a:latin typeface="Times New Roman" panose="02020603050405020304" charset="0"/>
            <a:cs typeface="Times New Roman" panose="02020603050405020304" charset="0"/>
            <a:sym typeface="+mn-ea"/>
          </a:endParaRPr>
        </a:p>
      </dgm:t>
    </dgm:pt>
    <dgm:pt modelId="{A2E240DA-ABFA-4A24-BE34-ABE926603D67}" cxnId="{DA4A7D24-36AE-42DC-9282-5F83108600D4}" type="parTrans">
      <dgm:prSet/>
      <dgm:spPr/>
      <dgm:t>
        <a:bodyPr/>
        <a:p>
          <a:endParaRPr lang="zh-CN" altLang="en-US"/>
        </a:p>
      </dgm:t>
    </dgm:pt>
    <dgm:pt modelId="{2E43EE94-FE21-4F90-81B3-CED5B1ECC8C9}" cxnId="{DA4A7D24-36AE-42DC-9282-5F83108600D4}" type="sibTrans">
      <dgm:prSet/>
      <dgm:spPr/>
      <dgm:t>
        <a:bodyPr/>
        <a:p>
          <a:endParaRPr lang="zh-CN" altLang="en-US"/>
        </a:p>
      </dgm:t>
    </dgm:pt>
    <dgm:pt modelId="{7D5A9D11-C004-47DC-9428-20F9AF33354B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400">
              <a:latin typeface="Times New Roman" panose="02020603050405020304" charset="0"/>
              <a:cs typeface="Times New Roman" panose="02020603050405020304" charset="0"/>
            </a:rPr>
            <a:t>Final Model Training</a:t>
          </a:r>
          <a:r>
            <a:rPr lang="en-IN" sz="2400">
              <a:latin typeface="Times New Roman" panose="02020603050405020304" charset="0"/>
              <a:cs typeface="Times New Roman" panose="02020603050405020304" charset="0"/>
            </a:rPr>
            <a:t/>
          </a:r>
          <a:endParaRPr lang="en-IN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94EDB874-E7B1-4571-B53C-2489AE6ADFEF}" cxnId="{93C09495-2948-4743-BFCB-CB724802A3E2}" type="parTrans">
      <dgm:prSet/>
      <dgm:spPr/>
    </dgm:pt>
    <dgm:pt modelId="{F3A78698-B594-45F0-A694-E9EF379FF76E}" cxnId="{93C09495-2948-4743-BFCB-CB724802A3E2}" type="sibTrans">
      <dgm:prSet/>
      <dgm:spPr/>
    </dgm:pt>
    <dgm:pt modelId="{FD9E22CA-0318-4325-8996-96B8F4E8E1D9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I</a:t>
          </a: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ndependent Test Evaluation</a:t>
          </a: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/>
          </a:r>
          <a:endParaRPr sz="2400">
            <a:latin typeface="Times New Roman" panose="02020603050405020304" charset="0"/>
            <a:cs typeface="Times New Roman" panose="02020603050405020304" charset="0"/>
            <a:sym typeface="+mn-ea"/>
          </a:endParaRPr>
        </a:p>
      </dgm:t>
    </dgm:pt>
    <dgm:pt modelId="{98BA009C-1FA6-4B62-A75F-4680C59D8C67}" cxnId="{AD26C171-00CA-42A2-9A5F-7E3BEF550E5E}" type="parTrans">
      <dgm:prSet/>
      <dgm:spPr/>
    </dgm:pt>
    <dgm:pt modelId="{56259BD0-7D15-4821-91CA-A3DFC7985AAF}" cxnId="{AD26C171-00CA-42A2-9A5F-7E3BEF550E5E}" type="sibTrans">
      <dgm:prSet/>
      <dgm:spPr/>
    </dgm:pt>
    <dgm:pt modelId="{7C0D4B71-BDB9-4B8F-B2A4-04B617DD9E5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J</a:t>
          </a: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oblib Model Saving</a:t>
          </a: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/>
          </a:r>
          <a:endParaRPr sz="2400">
            <a:latin typeface="Times New Roman" panose="02020603050405020304" charset="0"/>
            <a:cs typeface="Times New Roman" panose="02020603050405020304" charset="0"/>
            <a:sym typeface="+mn-ea"/>
          </a:endParaRPr>
        </a:p>
      </dgm:t>
    </dgm:pt>
    <dgm:pt modelId="{8A5D521E-721A-4399-B861-DD4FC84C850B}" cxnId="{E44462ED-7723-4BEB-A5E9-05482B462A2A}" type="parTrans">
      <dgm:prSet/>
      <dgm:spPr/>
    </dgm:pt>
    <dgm:pt modelId="{06DFEDBA-E254-4780-8017-F5ECCB039841}" cxnId="{E44462ED-7723-4BEB-A5E9-05482B462A2A}" type="sibTrans">
      <dgm:prSet/>
      <dgm:spPr/>
    </dgm:pt>
    <dgm:pt modelId="{EF03AA74-4FC3-4E65-8C16-A68D0A7F27CA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S</a:t>
          </a: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>treamlit Deployment</a:t>
          </a:r>
          <a:r>
            <a:rPr sz="2400">
              <a:latin typeface="Times New Roman" panose="02020603050405020304" charset="0"/>
              <a:cs typeface="Times New Roman" panose="02020603050405020304" charset="0"/>
              <a:sym typeface="+mn-ea"/>
            </a:rPr>
            <a:t/>
          </a:r>
          <a:endParaRPr sz="2400">
            <a:latin typeface="Times New Roman" panose="02020603050405020304" charset="0"/>
            <a:cs typeface="Times New Roman" panose="02020603050405020304" charset="0"/>
            <a:sym typeface="+mn-ea"/>
          </a:endParaRPr>
        </a:p>
      </dgm:t>
    </dgm:pt>
    <dgm:pt modelId="{610C7982-FE20-4E8D-B6B1-2386C90C8228}" cxnId="{A4DA790B-32DB-4109-88AF-E584872A1E52}" type="parTrans">
      <dgm:prSet/>
      <dgm:spPr/>
    </dgm:pt>
    <dgm:pt modelId="{8960F55B-E9F7-4201-BF03-AD33EFBF8898}" cxnId="{A4DA790B-32DB-4109-88AF-E584872A1E52}" type="sibTrans">
      <dgm:prSet/>
      <dgm:spPr/>
    </dgm:pt>
    <dgm:pt modelId="{E5EECCA3-F875-4B71-92CC-9CCDFB7DBFEF}" type="pres">
      <dgm:prSet presAssocID="{26C320EB-5352-40AA-A0A9-C13066E1373C}" presName="linear" presStyleCnt="0">
        <dgm:presLayoutVars>
          <dgm:dir/>
          <dgm:animLvl val="lvl"/>
          <dgm:resizeHandles val="exact"/>
        </dgm:presLayoutVars>
      </dgm:prSet>
      <dgm:spPr/>
    </dgm:pt>
    <dgm:pt modelId="{667CAF5C-37C0-43B7-8B7E-02CCA3754DB9}" type="pres">
      <dgm:prSet presAssocID="{773C5012-55F9-436E-B78B-2A38D8AAA0C0}" presName="parentLin" presStyleCnt="0"/>
      <dgm:spPr/>
    </dgm:pt>
    <dgm:pt modelId="{58B158CB-C1D2-4676-88E6-6B3937A00A96}" type="pres">
      <dgm:prSet presAssocID="{773C5012-55F9-436E-B78B-2A38D8AAA0C0}" presName="parentLeftMargin" presStyleCnt="0"/>
      <dgm:spPr/>
    </dgm:pt>
    <dgm:pt modelId="{D0971512-D8E1-4E4B-89F4-FF2EB164C196}" type="pres">
      <dgm:prSet presAssocID="{773C5012-55F9-436E-B78B-2A38D8AAA0C0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05E10EBB-C85A-471E-9935-B48B9C39A12E}" type="pres">
      <dgm:prSet presAssocID="{773C5012-55F9-436E-B78B-2A38D8AAA0C0}" presName="negativeSpace" presStyleCnt="0"/>
      <dgm:spPr/>
    </dgm:pt>
    <dgm:pt modelId="{1F055725-8984-42CB-98CB-8E7728DD5EAB}" type="pres">
      <dgm:prSet presAssocID="{773C5012-55F9-436E-B78B-2A38D8AAA0C0}" presName="childText" presStyleLbl="conFgAcc1" presStyleIdx="0" presStyleCnt="10">
        <dgm:presLayoutVars>
          <dgm:bulletEnabled val="1"/>
        </dgm:presLayoutVars>
      </dgm:prSet>
      <dgm:spPr/>
    </dgm:pt>
    <dgm:pt modelId="{5785404B-F53E-4CF2-A702-90A46E89CED8}" type="pres">
      <dgm:prSet presAssocID="{507A6FE3-4D55-4ED6-A973-429D64C5DF28}" presName="spaceBetweenRectangles" presStyleCnt="0"/>
      <dgm:spPr/>
    </dgm:pt>
    <dgm:pt modelId="{54DB1A5D-F005-42F5-859E-66C2C4DE2783}" type="pres">
      <dgm:prSet presAssocID="{2622F731-D5D0-4C1F-9B75-371C038B33FF}" presName="parentLin" presStyleCnt="0"/>
      <dgm:spPr/>
    </dgm:pt>
    <dgm:pt modelId="{6D5CC4D2-C29C-4E22-8DCD-3E9818FDFB65}" type="pres">
      <dgm:prSet presAssocID="{2622F731-D5D0-4C1F-9B75-371C038B33FF}" presName="parentLeftMargin" presStyleCnt="0"/>
      <dgm:spPr/>
    </dgm:pt>
    <dgm:pt modelId="{AE6A895E-A294-4475-9278-E11708C1BEDB}" type="pres">
      <dgm:prSet presAssocID="{2622F731-D5D0-4C1F-9B75-371C038B33FF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7D2D2EB1-0515-452E-ABB4-3C949D066669}" type="pres">
      <dgm:prSet presAssocID="{2622F731-D5D0-4C1F-9B75-371C038B33FF}" presName="negativeSpace" presStyleCnt="0"/>
      <dgm:spPr/>
    </dgm:pt>
    <dgm:pt modelId="{7979358C-5D67-4ACF-9A6A-26BE1FB162C8}" type="pres">
      <dgm:prSet presAssocID="{2622F731-D5D0-4C1F-9B75-371C038B33FF}" presName="childText" presStyleLbl="conFgAcc1" presStyleIdx="1" presStyleCnt="10">
        <dgm:presLayoutVars>
          <dgm:bulletEnabled val="1"/>
        </dgm:presLayoutVars>
      </dgm:prSet>
      <dgm:spPr/>
    </dgm:pt>
    <dgm:pt modelId="{06C8C892-2AF0-4E4F-9853-C25D4BE8C3A8}" type="pres">
      <dgm:prSet presAssocID="{A7D50B36-99F0-4E9C-8054-53AD69EE66A9}" presName="spaceBetweenRectangles" presStyleCnt="0"/>
      <dgm:spPr/>
    </dgm:pt>
    <dgm:pt modelId="{7568461D-4F88-499E-A484-C8E27C1A996B}" type="pres">
      <dgm:prSet presAssocID="{019BC750-A103-4BE8-A8DD-CF0457F22FB6}" presName="parentLin" presStyleCnt="0"/>
      <dgm:spPr/>
    </dgm:pt>
    <dgm:pt modelId="{35936D77-AB85-470F-8EFA-89A12A9E75E5}" type="pres">
      <dgm:prSet presAssocID="{019BC750-A103-4BE8-A8DD-CF0457F22FB6}" presName="parentLeftMargin" presStyleCnt="0"/>
      <dgm:spPr/>
    </dgm:pt>
    <dgm:pt modelId="{BE2782EE-2229-49E7-9CE3-B0CCD0608F82}" type="pres">
      <dgm:prSet presAssocID="{019BC750-A103-4BE8-A8DD-CF0457F22FB6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71E43B0B-2ADF-4A6F-8A6C-67F26C9000ED}" type="pres">
      <dgm:prSet presAssocID="{019BC750-A103-4BE8-A8DD-CF0457F22FB6}" presName="negativeSpace" presStyleCnt="0"/>
      <dgm:spPr/>
    </dgm:pt>
    <dgm:pt modelId="{5A4A1713-682A-4E16-A36C-5E80FE425A08}" type="pres">
      <dgm:prSet presAssocID="{019BC750-A103-4BE8-A8DD-CF0457F22FB6}" presName="childText" presStyleLbl="conFgAcc1" presStyleIdx="2" presStyleCnt="10">
        <dgm:presLayoutVars>
          <dgm:bulletEnabled val="1"/>
        </dgm:presLayoutVars>
      </dgm:prSet>
      <dgm:spPr/>
    </dgm:pt>
    <dgm:pt modelId="{61F756F2-E9D2-454A-B761-7B9052F15C5E}" type="pres">
      <dgm:prSet presAssocID="{FD5D0084-EBA2-408C-BC17-9BBB7EB393EE}" presName="spaceBetweenRectangles" presStyleCnt="0"/>
      <dgm:spPr/>
    </dgm:pt>
    <dgm:pt modelId="{EF963990-07B7-4DBC-8CFE-C86D15B61BB6}" type="pres">
      <dgm:prSet presAssocID="{CA58FE74-4619-4E47-BA6C-E0CD35AF5AC2}" presName="parentLin" presStyleCnt="0"/>
      <dgm:spPr/>
    </dgm:pt>
    <dgm:pt modelId="{AEA4B341-6C57-43B8-BC42-9813D43D1335}" type="pres">
      <dgm:prSet presAssocID="{CA58FE74-4619-4E47-BA6C-E0CD35AF5AC2}" presName="parentLeftMargin" presStyleCnt="0"/>
      <dgm:spPr/>
    </dgm:pt>
    <dgm:pt modelId="{DD07B078-3354-4F1B-9438-E4F95C4B43A6}" type="pres">
      <dgm:prSet presAssocID="{CA58FE74-4619-4E47-BA6C-E0CD35AF5AC2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98F9047E-C8BE-4990-B6F7-84F4581E1FEA}" type="pres">
      <dgm:prSet presAssocID="{CA58FE74-4619-4E47-BA6C-E0CD35AF5AC2}" presName="negativeSpace" presStyleCnt="0"/>
      <dgm:spPr/>
    </dgm:pt>
    <dgm:pt modelId="{FB20FF5F-D131-4A8A-AEBC-01A2B84D6655}" type="pres">
      <dgm:prSet presAssocID="{CA58FE74-4619-4E47-BA6C-E0CD35AF5AC2}" presName="childText" presStyleLbl="conFgAcc1" presStyleIdx="3" presStyleCnt="10">
        <dgm:presLayoutVars>
          <dgm:bulletEnabled val="1"/>
        </dgm:presLayoutVars>
      </dgm:prSet>
      <dgm:spPr/>
    </dgm:pt>
    <dgm:pt modelId="{AC1FEB9E-7ED9-4E44-9D47-B63AE5862158}" type="pres">
      <dgm:prSet presAssocID="{5723A07A-E737-45B0-B84E-97FB4DE86580}" presName="spaceBetweenRectangles" presStyleCnt="0"/>
      <dgm:spPr/>
    </dgm:pt>
    <dgm:pt modelId="{846F5702-B531-42ED-B2F7-16EF81AE8CC2}" type="pres">
      <dgm:prSet presAssocID="{A9E40C43-3C3A-4453-8918-DB863CF2E423}" presName="parentLin" presStyleCnt="0"/>
      <dgm:spPr/>
    </dgm:pt>
    <dgm:pt modelId="{1ACE5E9B-8037-4C98-BEAD-52A74E5DD32E}" type="pres">
      <dgm:prSet presAssocID="{A9E40C43-3C3A-4453-8918-DB863CF2E423}" presName="parentLeftMargin" presStyleCnt="0"/>
      <dgm:spPr/>
    </dgm:pt>
    <dgm:pt modelId="{A7337375-9496-4427-9D87-90D060095351}" type="pres">
      <dgm:prSet presAssocID="{A9E40C43-3C3A-4453-8918-DB863CF2E423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3E6A195A-9D0F-4A3D-BC76-8404902BE104}" type="pres">
      <dgm:prSet presAssocID="{A9E40C43-3C3A-4453-8918-DB863CF2E423}" presName="negativeSpace" presStyleCnt="0"/>
      <dgm:spPr/>
    </dgm:pt>
    <dgm:pt modelId="{687D1C81-C382-4717-93C4-C386093BDEB9}" type="pres">
      <dgm:prSet presAssocID="{A9E40C43-3C3A-4453-8918-DB863CF2E423}" presName="childText" presStyleLbl="conFgAcc1" presStyleIdx="4" presStyleCnt="10">
        <dgm:presLayoutVars>
          <dgm:bulletEnabled val="1"/>
        </dgm:presLayoutVars>
      </dgm:prSet>
      <dgm:spPr/>
    </dgm:pt>
    <dgm:pt modelId="{669F79F5-F395-426C-B7DD-3B5BC52465C6}" type="pres">
      <dgm:prSet presAssocID="{69F78A5A-0414-4555-8E50-0708B0BAAC34}" presName="spaceBetweenRectangles" presStyleCnt="0"/>
      <dgm:spPr/>
    </dgm:pt>
    <dgm:pt modelId="{04A221FB-3A34-4804-9E1E-FAA254BEF819}" type="pres">
      <dgm:prSet presAssocID="{D3284563-CEAB-43B3-81C4-5F6C081CBB78}" presName="parentLin" presStyleCnt="0"/>
      <dgm:spPr/>
    </dgm:pt>
    <dgm:pt modelId="{09CBCBA7-E2EE-4654-BCFB-AB2C2D77E66B}" type="pres">
      <dgm:prSet presAssocID="{D3284563-CEAB-43B3-81C4-5F6C081CBB78}" presName="parentLeftMargin" presStyleCnt="0"/>
      <dgm:spPr/>
    </dgm:pt>
    <dgm:pt modelId="{F8B30F84-9FC1-4455-B8FC-CA5DC2189586}" type="pres">
      <dgm:prSet presAssocID="{D3284563-CEAB-43B3-81C4-5F6C081CBB78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75AF99AA-34AA-4169-A0AA-91E0CC0C2D15}" type="pres">
      <dgm:prSet presAssocID="{D3284563-CEAB-43B3-81C4-5F6C081CBB78}" presName="negativeSpace" presStyleCnt="0"/>
      <dgm:spPr/>
    </dgm:pt>
    <dgm:pt modelId="{F855875C-E8B4-4273-8C6C-6A8EC3091B3C}" type="pres">
      <dgm:prSet presAssocID="{D3284563-CEAB-43B3-81C4-5F6C081CBB78}" presName="childText" presStyleLbl="conFgAcc1" presStyleIdx="5" presStyleCnt="10">
        <dgm:presLayoutVars>
          <dgm:bulletEnabled val="1"/>
        </dgm:presLayoutVars>
      </dgm:prSet>
      <dgm:spPr/>
    </dgm:pt>
    <dgm:pt modelId="{EF5BB87B-3E35-441D-9246-69E3A2E010D1}" type="pres">
      <dgm:prSet presAssocID="{2E43EE94-FE21-4F90-81B3-CED5B1ECC8C9}" presName="spaceBetweenRectangles" presStyleCnt="0"/>
      <dgm:spPr/>
    </dgm:pt>
    <dgm:pt modelId="{315CD73B-5B82-49EF-BFB6-0DD458DCF006}" type="pres">
      <dgm:prSet presAssocID="{7D5A9D11-C004-47DC-9428-20F9AF33354B}" presName="parentLin" presStyleCnt="0"/>
      <dgm:spPr/>
    </dgm:pt>
    <dgm:pt modelId="{D3115B29-170F-4ABA-8028-64CBEB3F47F8}" type="pres">
      <dgm:prSet presAssocID="{7D5A9D11-C004-47DC-9428-20F9AF33354B}" presName="parentLeftMargin" presStyleCnt="0"/>
      <dgm:spPr/>
    </dgm:pt>
    <dgm:pt modelId="{F0D1CCF8-1E62-4C51-AE6B-9E927A51433A}" type="pres">
      <dgm:prSet presAssocID="{7D5A9D11-C004-47DC-9428-20F9AF33354B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0A9047E8-5199-4D74-8C49-0E47777CB538}" type="pres">
      <dgm:prSet presAssocID="{7D5A9D11-C004-47DC-9428-20F9AF33354B}" presName="negativeSpace" presStyleCnt="0"/>
      <dgm:spPr/>
    </dgm:pt>
    <dgm:pt modelId="{41CDE553-826F-4664-92C1-08E8039AB4C1}" type="pres">
      <dgm:prSet presAssocID="{7D5A9D11-C004-47DC-9428-20F9AF33354B}" presName="childText" presStyleLbl="conFgAcc1" presStyleIdx="6" presStyleCnt="10">
        <dgm:presLayoutVars>
          <dgm:bulletEnabled val="1"/>
        </dgm:presLayoutVars>
      </dgm:prSet>
      <dgm:spPr/>
    </dgm:pt>
    <dgm:pt modelId="{3B8B3115-66AC-4EE6-8537-024C229D886C}" type="pres">
      <dgm:prSet presAssocID="{F3A78698-B594-45F0-A694-E9EF379FF76E}" presName="spaceBetweenRectangles" presStyleCnt="0"/>
      <dgm:spPr/>
    </dgm:pt>
    <dgm:pt modelId="{9305745E-64DC-4B1B-8F4B-9F515C3BD40F}" type="pres">
      <dgm:prSet presAssocID="{FD9E22CA-0318-4325-8996-96B8F4E8E1D9}" presName="parentLin" presStyleCnt="0"/>
      <dgm:spPr/>
    </dgm:pt>
    <dgm:pt modelId="{4013C9DF-F535-49CB-A88F-870E27632EBC}" type="pres">
      <dgm:prSet presAssocID="{FD9E22CA-0318-4325-8996-96B8F4E8E1D9}" presName="parentLeftMargin" presStyleCnt="0"/>
      <dgm:spPr/>
    </dgm:pt>
    <dgm:pt modelId="{3E19F96A-3F6F-4D8A-9032-997E221A063D}" type="pres">
      <dgm:prSet presAssocID="{FD9E22CA-0318-4325-8996-96B8F4E8E1D9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F4E58422-C4BE-4051-BC2D-84282CC08C0A}" type="pres">
      <dgm:prSet presAssocID="{FD9E22CA-0318-4325-8996-96B8F4E8E1D9}" presName="negativeSpace" presStyleCnt="0"/>
      <dgm:spPr/>
    </dgm:pt>
    <dgm:pt modelId="{AABFD197-D097-4150-B9EC-6CA62E3D5153}" type="pres">
      <dgm:prSet presAssocID="{FD9E22CA-0318-4325-8996-96B8F4E8E1D9}" presName="childText" presStyleLbl="conFgAcc1" presStyleIdx="7" presStyleCnt="10">
        <dgm:presLayoutVars>
          <dgm:bulletEnabled val="1"/>
        </dgm:presLayoutVars>
      </dgm:prSet>
      <dgm:spPr/>
    </dgm:pt>
    <dgm:pt modelId="{4A156CCA-7F12-4589-95AD-C51489215185}" type="pres">
      <dgm:prSet presAssocID="{56259BD0-7D15-4821-91CA-A3DFC7985AAF}" presName="spaceBetweenRectangles" presStyleCnt="0"/>
      <dgm:spPr/>
    </dgm:pt>
    <dgm:pt modelId="{B1110F0A-06C4-45C6-84AB-9DE08FC8544A}" type="pres">
      <dgm:prSet presAssocID="{7C0D4B71-BDB9-4B8F-B2A4-04B617DD9E5C}" presName="parentLin" presStyleCnt="0"/>
      <dgm:spPr/>
    </dgm:pt>
    <dgm:pt modelId="{345694FF-AD8F-483E-90D0-CBE639DD318D}" type="pres">
      <dgm:prSet presAssocID="{7C0D4B71-BDB9-4B8F-B2A4-04B617DD9E5C}" presName="parentLeftMargin" presStyleCnt="0"/>
      <dgm:spPr/>
    </dgm:pt>
    <dgm:pt modelId="{13D9AF21-312C-4F45-8F47-94A780472EFC}" type="pres">
      <dgm:prSet presAssocID="{7C0D4B71-BDB9-4B8F-B2A4-04B617DD9E5C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EE40CC13-E09F-4327-8199-675B00975C8D}" type="pres">
      <dgm:prSet presAssocID="{7C0D4B71-BDB9-4B8F-B2A4-04B617DD9E5C}" presName="negativeSpace" presStyleCnt="0"/>
      <dgm:spPr/>
    </dgm:pt>
    <dgm:pt modelId="{64349F8C-4EDD-4BC8-BE30-034A2FB92042}" type="pres">
      <dgm:prSet presAssocID="{7C0D4B71-BDB9-4B8F-B2A4-04B617DD9E5C}" presName="childText" presStyleLbl="conFgAcc1" presStyleIdx="8" presStyleCnt="10">
        <dgm:presLayoutVars>
          <dgm:bulletEnabled val="1"/>
        </dgm:presLayoutVars>
      </dgm:prSet>
      <dgm:spPr/>
    </dgm:pt>
    <dgm:pt modelId="{603FC24D-5303-48A1-9F8D-14A3332864B1}" type="pres">
      <dgm:prSet presAssocID="{06DFEDBA-E254-4780-8017-F5ECCB039841}" presName="spaceBetweenRectangles" presStyleCnt="0"/>
      <dgm:spPr/>
    </dgm:pt>
    <dgm:pt modelId="{BE333C1C-81E9-4CF8-B013-F413080718B7}" type="pres">
      <dgm:prSet presAssocID="{EF03AA74-4FC3-4E65-8C16-A68D0A7F27CA}" presName="parentLin" presStyleCnt="0"/>
      <dgm:spPr/>
    </dgm:pt>
    <dgm:pt modelId="{7CB0D02F-A9E3-433D-B5FE-61210931C48C}" type="pres">
      <dgm:prSet presAssocID="{EF03AA74-4FC3-4E65-8C16-A68D0A7F27CA}" presName="parentLeftMargin" presStyleCnt="0"/>
      <dgm:spPr/>
    </dgm:pt>
    <dgm:pt modelId="{E2B0CD87-7E15-4CBB-9890-2FAB7E365132}" type="pres">
      <dgm:prSet presAssocID="{EF03AA74-4FC3-4E65-8C16-A68D0A7F27CA}" presName="parentText" presStyleLbl="node1" presStyleIdx="9" presStyleCnt="10">
        <dgm:presLayoutVars>
          <dgm:chMax val="0"/>
          <dgm:bulletEnabled val="1"/>
        </dgm:presLayoutVars>
      </dgm:prSet>
      <dgm:spPr/>
    </dgm:pt>
    <dgm:pt modelId="{2D9363CC-B1B9-4F13-ADFD-10614BDD3943}" type="pres">
      <dgm:prSet presAssocID="{EF03AA74-4FC3-4E65-8C16-A68D0A7F27CA}" presName="negativeSpace" presStyleCnt="0"/>
      <dgm:spPr/>
    </dgm:pt>
    <dgm:pt modelId="{BD193B42-B0E6-4F48-AEE1-163D407E633B}" type="pres">
      <dgm:prSet presAssocID="{EF03AA74-4FC3-4E65-8C16-A68D0A7F27CA}" presName="childText" presStyleLbl="conFgAcc1" presStyleIdx="9" presStyleCnt="10">
        <dgm:presLayoutVars>
          <dgm:bulletEnabled val="1"/>
        </dgm:presLayoutVars>
      </dgm:prSet>
      <dgm:spPr/>
    </dgm:pt>
  </dgm:ptLst>
  <dgm:cxnLst>
    <dgm:cxn modelId="{F0C5647A-899A-4A0E-976D-8C2276AFD645}" srcId="{26C320EB-5352-40AA-A0A9-C13066E1373C}" destId="{773C5012-55F9-436E-B78B-2A38D8AAA0C0}" srcOrd="0" destOrd="0" parTransId="{E1399106-9BE2-43F4-9430-F473CB36780F}" sibTransId="{507A6FE3-4D55-4ED6-A973-429D64C5DF28}"/>
    <dgm:cxn modelId="{3D064BB5-956E-4CC4-85C7-508F3B23D265}" srcId="{26C320EB-5352-40AA-A0A9-C13066E1373C}" destId="{2622F731-D5D0-4C1F-9B75-371C038B33FF}" srcOrd="1" destOrd="0" parTransId="{A38E328C-5D0D-4997-BC68-B9B1C47691E0}" sibTransId="{A7D50B36-99F0-4E9C-8054-53AD69EE66A9}"/>
    <dgm:cxn modelId="{B252D78D-3478-444D-9576-386286C58B37}" srcId="{26C320EB-5352-40AA-A0A9-C13066E1373C}" destId="{019BC750-A103-4BE8-A8DD-CF0457F22FB6}" srcOrd="2" destOrd="0" parTransId="{3AD2AD77-EC6B-42BA-B866-EA7A289DADDB}" sibTransId="{FD5D0084-EBA2-408C-BC17-9BBB7EB393EE}"/>
    <dgm:cxn modelId="{81334953-024E-4027-B934-F9289B640175}" srcId="{26C320EB-5352-40AA-A0A9-C13066E1373C}" destId="{CA58FE74-4619-4E47-BA6C-E0CD35AF5AC2}" srcOrd="3" destOrd="0" parTransId="{EBAD4DA7-135F-4F4E-9475-804E7DC205D2}" sibTransId="{5723A07A-E737-45B0-B84E-97FB4DE86580}"/>
    <dgm:cxn modelId="{1904CC68-03A6-429D-9150-1986D05F6A74}" srcId="{26C320EB-5352-40AA-A0A9-C13066E1373C}" destId="{A9E40C43-3C3A-4453-8918-DB863CF2E423}" srcOrd="4" destOrd="0" parTransId="{72362CCB-C5EE-490E-A25D-A2B50B611EB0}" sibTransId="{69F78A5A-0414-4555-8E50-0708B0BAAC34}"/>
    <dgm:cxn modelId="{DA4A7D24-36AE-42DC-9282-5F83108600D4}" srcId="{26C320EB-5352-40AA-A0A9-C13066E1373C}" destId="{D3284563-CEAB-43B3-81C4-5F6C081CBB78}" srcOrd="5" destOrd="0" parTransId="{A2E240DA-ABFA-4A24-BE34-ABE926603D67}" sibTransId="{2E43EE94-FE21-4F90-81B3-CED5B1ECC8C9}"/>
    <dgm:cxn modelId="{93C09495-2948-4743-BFCB-CB724802A3E2}" srcId="{26C320EB-5352-40AA-A0A9-C13066E1373C}" destId="{7D5A9D11-C004-47DC-9428-20F9AF33354B}" srcOrd="6" destOrd="0" parTransId="{94EDB874-E7B1-4571-B53C-2489AE6ADFEF}" sibTransId="{F3A78698-B594-45F0-A694-E9EF379FF76E}"/>
    <dgm:cxn modelId="{AD26C171-00CA-42A2-9A5F-7E3BEF550E5E}" srcId="{26C320EB-5352-40AA-A0A9-C13066E1373C}" destId="{FD9E22CA-0318-4325-8996-96B8F4E8E1D9}" srcOrd="7" destOrd="0" parTransId="{98BA009C-1FA6-4B62-A75F-4680C59D8C67}" sibTransId="{56259BD0-7D15-4821-91CA-A3DFC7985AAF}"/>
    <dgm:cxn modelId="{E44462ED-7723-4BEB-A5E9-05482B462A2A}" srcId="{26C320EB-5352-40AA-A0A9-C13066E1373C}" destId="{7C0D4B71-BDB9-4B8F-B2A4-04B617DD9E5C}" srcOrd="8" destOrd="0" parTransId="{8A5D521E-721A-4399-B861-DD4FC84C850B}" sibTransId="{06DFEDBA-E254-4780-8017-F5ECCB039841}"/>
    <dgm:cxn modelId="{A4DA790B-32DB-4109-88AF-E584872A1E52}" srcId="{26C320EB-5352-40AA-A0A9-C13066E1373C}" destId="{EF03AA74-4FC3-4E65-8C16-A68D0A7F27CA}" srcOrd="9" destOrd="0" parTransId="{610C7982-FE20-4E8D-B6B1-2386C90C8228}" sibTransId="{8960F55B-E9F7-4201-BF03-AD33EFBF8898}"/>
    <dgm:cxn modelId="{15896F1B-2725-4DA3-9E31-4DD08EB9C30B}" type="presOf" srcId="{26C320EB-5352-40AA-A0A9-C13066E1373C}" destId="{E5EECCA3-F875-4B71-92CC-9CCDFB7DBFEF}" srcOrd="0" destOrd="0" presId="urn:microsoft.com/office/officeart/2005/8/layout/list1"/>
    <dgm:cxn modelId="{BF8B0594-70C0-4953-8EF0-2136598B374B}" type="presParOf" srcId="{E5EECCA3-F875-4B71-92CC-9CCDFB7DBFEF}" destId="{667CAF5C-37C0-43B7-8B7E-02CCA3754DB9}" srcOrd="0" destOrd="0" presId="urn:microsoft.com/office/officeart/2005/8/layout/list1"/>
    <dgm:cxn modelId="{207F7363-FF55-4659-BDE8-1765915F6D2F}" type="presParOf" srcId="{667CAF5C-37C0-43B7-8B7E-02CCA3754DB9}" destId="{58B158CB-C1D2-4676-88E6-6B3937A00A96}" srcOrd="0" destOrd="0" presId="urn:microsoft.com/office/officeart/2005/8/layout/list1"/>
    <dgm:cxn modelId="{F7BA36A5-9670-4BE7-AFD9-D6B29619459B}" type="presOf" srcId="{773C5012-55F9-436E-B78B-2A38D8AAA0C0}" destId="{58B158CB-C1D2-4676-88E6-6B3937A00A96}" srcOrd="0" destOrd="0" presId="urn:microsoft.com/office/officeart/2005/8/layout/list1"/>
    <dgm:cxn modelId="{1227BBC0-C71E-4E72-B933-9F8351D3C8EF}" type="presParOf" srcId="{667CAF5C-37C0-43B7-8B7E-02CCA3754DB9}" destId="{D0971512-D8E1-4E4B-89F4-FF2EB164C196}" srcOrd="1" destOrd="0" presId="urn:microsoft.com/office/officeart/2005/8/layout/list1"/>
    <dgm:cxn modelId="{F97E5DD4-CB6E-43D2-ADD6-FF5700932679}" type="presOf" srcId="{773C5012-55F9-436E-B78B-2A38D8AAA0C0}" destId="{D0971512-D8E1-4E4B-89F4-FF2EB164C196}" srcOrd="0" destOrd="0" presId="urn:microsoft.com/office/officeart/2005/8/layout/list1"/>
    <dgm:cxn modelId="{38CDADEB-4E0D-4D25-A768-2F875BB629C9}" type="presParOf" srcId="{E5EECCA3-F875-4B71-92CC-9CCDFB7DBFEF}" destId="{05E10EBB-C85A-471E-9935-B48B9C39A12E}" srcOrd="1" destOrd="0" presId="urn:microsoft.com/office/officeart/2005/8/layout/list1"/>
    <dgm:cxn modelId="{4BCA0E76-7576-4784-8C0A-72391F504CD7}" type="presParOf" srcId="{E5EECCA3-F875-4B71-92CC-9CCDFB7DBFEF}" destId="{1F055725-8984-42CB-98CB-8E7728DD5EAB}" srcOrd="2" destOrd="0" presId="urn:microsoft.com/office/officeart/2005/8/layout/list1"/>
    <dgm:cxn modelId="{79A94D21-0D57-4B75-8842-91345471D9EE}" type="presParOf" srcId="{E5EECCA3-F875-4B71-92CC-9CCDFB7DBFEF}" destId="{5785404B-F53E-4CF2-A702-90A46E89CED8}" srcOrd="3" destOrd="0" presId="urn:microsoft.com/office/officeart/2005/8/layout/list1"/>
    <dgm:cxn modelId="{530205FB-817E-45DA-97FF-8739447500F8}" type="presParOf" srcId="{E5EECCA3-F875-4B71-92CC-9CCDFB7DBFEF}" destId="{54DB1A5D-F005-42F5-859E-66C2C4DE2783}" srcOrd="4" destOrd="0" presId="urn:microsoft.com/office/officeart/2005/8/layout/list1"/>
    <dgm:cxn modelId="{65D5BE17-D554-4A99-9283-64393CA9DC50}" type="presParOf" srcId="{54DB1A5D-F005-42F5-859E-66C2C4DE2783}" destId="{6D5CC4D2-C29C-4E22-8DCD-3E9818FDFB65}" srcOrd="0" destOrd="4" presId="urn:microsoft.com/office/officeart/2005/8/layout/list1"/>
    <dgm:cxn modelId="{9A72D086-31DB-4DB3-AFFC-5D25EA870160}" type="presOf" srcId="{2622F731-D5D0-4C1F-9B75-371C038B33FF}" destId="{6D5CC4D2-C29C-4E22-8DCD-3E9818FDFB65}" srcOrd="0" destOrd="0" presId="urn:microsoft.com/office/officeart/2005/8/layout/list1"/>
    <dgm:cxn modelId="{694CBEE5-C122-44E3-82E9-0BC19D70824D}" type="presParOf" srcId="{54DB1A5D-F005-42F5-859E-66C2C4DE2783}" destId="{AE6A895E-A294-4475-9278-E11708C1BEDB}" srcOrd="1" destOrd="4" presId="urn:microsoft.com/office/officeart/2005/8/layout/list1"/>
    <dgm:cxn modelId="{470793FF-9105-4280-9662-BA7E17379315}" type="presOf" srcId="{2622F731-D5D0-4C1F-9B75-371C038B33FF}" destId="{AE6A895E-A294-4475-9278-E11708C1BEDB}" srcOrd="0" destOrd="0" presId="urn:microsoft.com/office/officeart/2005/8/layout/list1"/>
    <dgm:cxn modelId="{EA9B1834-0D36-4F78-B24A-02676BEB1F24}" type="presParOf" srcId="{E5EECCA3-F875-4B71-92CC-9CCDFB7DBFEF}" destId="{7D2D2EB1-0515-452E-ABB4-3C949D066669}" srcOrd="5" destOrd="0" presId="urn:microsoft.com/office/officeart/2005/8/layout/list1"/>
    <dgm:cxn modelId="{68405682-0636-4B2D-B02B-C652EF93B952}" type="presParOf" srcId="{E5EECCA3-F875-4B71-92CC-9CCDFB7DBFEF}" destId="{7979358C-5D67-4ACF-9A6A-26BE1FB162C8}" srcOrd="6" destOrd="0" presId="urn:microsoft.com/office/officeart/2005/8/layout/list1"/>
    <dgm:cxn modelId="{6CEF11D8-627D-43C3-B0B6-C552272337A9}" type="presParOf" srcId="{E5EECCA3-F875-4B71-92CC-9CCDFB7DBFEF}" destId="{06C8C892-2AF0-4E4F-9853-C25D4BE8C3A8}" srcOrd="7" destOrd="0" presId="urn:microsoft.com/office/officeart/2005/8/layout/list1"/>
    <dgm:cxn modelId="{4FB22383-0944-4C2C-B116-BA2BA0935909}" type="presParOf" srcId="{E5EECCA3-F875-4B71-92CC-9CCDFB7DBFEF}" destId="{7568461D-4F88-499E-A484-C8E27C1A996B}" srcOrd="8" destOrd="0" presId="urn:microsoft.com/office/officeart/2005/8/layout/list1"/>
    <dgm:cxn modelId="{3C1BDFD1-FADE-4AB6-BC48-105092CB41C9}" type="presParOf" srcId="{7568461D-4F88-499E-A484-C8E27C1A996B}" destId="{35936D77-AB85-470F-8EFA-89A12A9E75E5}" srcOrd="0" destOrd="8" presId="urn:microsoft.com/office/officeart/2005/8/layout/list1"/>
    <dgm:cxn modelId="{BDD18F50-021D-4BD2-8C37-84875AD2C67E}" type="presOf" srcId="{019BC750-A103-4BE8-A8DD-CF0457F22FB6}" destId="{35936D77-AB85-470F-8EFA-89A12A9E75E5}" srcOrd="0" destOrd="0" presId="urn:microsoft.com/office/officeart/2005/8/layout/list1"/>
    <dgm:cxn modelId="{BDBE269E-F5B4-4511-A4B5-8C69BC487CDD}" type="presParOf" srcId="{7568461D-4F88-499E-A484-C8E27C1A996B}" destId="{BE2782EE-2229-49E7-9CE3-B0CCD0608F82}" srcOrd="1" destOrd="8" presId="urn:microsoft.com/office/officeart/2005/8/layout/list1"/>
    <dgm:cxn modelId="{5C63158D-D205-4AB8-A68E-EEBD1760E465}" type="presOf" srcId="{019BC750-A103-4BE8-A8DD-CF0457F22FB6}" destId="{BE2782EE-2229-49E7-9CE3-B0CCD0608F82}" srcOrd="0" destOrd="0" presId="urn:microsoft.com/office/officeart/2005/8/layout/list1"/>
    <dgm:cxn modelId="{CE4FF43E-1452-4746-9C66-91895D24A334}" type="presParOf" srcId="{E5EECCA3-F875-4B71-92CC-9CCDFB7DBFEF}" destId="{71E43B0B-2ADF-4A6F-8A6C-67F26C9000ED}" srcOrd="9" destOrd="0" presId="urn:microsoft.com/office/officeart/2005/8/layout/list1"/>
    <dgm:cxn modelId="{64BC1554-1CDB-4C3D-A7BF-84CF260FC72A}" type="presParOf" srcId="{E5EECCA3-F875-4B71-92CC-9CCDFB7DBFEF}" destId="{5A4A1713-682A-4E16-A36C-5E80FE425A08}" srcOrd="10" destOrd="0" presId="urn:microsoft.com/office/officeart/2005/8/layout/list1"/>
    <dgm:cxn modelId="{6AB5E8EE-FFAE-400B-BC9C-DCF311CF4F8D}" type="presParOf" srcId="{E5EECCA3-F875-4B71-92CC-9CCDFB7DBFEF}" destId="{61F756F2-E9D2-454A-B761-7B9052F15C5E}" srcOrd="11" destOrd="0" presId="urn:microsoft.com/office/officeart/2005/8/layout/list1"/>
    <dgm:cxn modelId="{CD7EA35C-5157-4723-80BC-66E88EC4995F}" type="presParOf" srcId="{E5EECCA3-F875-4B71-92CC-9CCDFB7DBFEF}" destId="{EF963990-07B7-4DBC-8CFE-C86D15B61BB6}" srcOrd="12" destOrd="0" presId="urn:microsoft.com/office/officeart/2005/8/layout/list1"/>
    <dgm:cxn modelId="{FDC25953-3EB6-4DFF-BB60-5E1C865CB161}" type="presParOf" srcId="{EF963990-07B7-4DBC-8CFE-C86D15B61BB6}" destId="{AEA4B341-6C57-43B8-BC42-9813D43D1335}" srcOrd="0" destOrd="12" presId="urn:microsoft.com/office/officeart/2005/8/layout/list1"/>
    <dgm:cxn modelId="{3BC99094-C71C-4EEE-9A21-7F66749DD1E8}" type="presOf" srcId="{CA58FE74-4619-4E47-BA6C-E0CD35AF5AC2}" destId="{AEA4B341-6C57-43B8-BC42-9813D43D1335}" srcOrd="0" destOrd="0" presId="urn:microsoft.com/office/officeart/2005/8/layout/list1"/>
    <dgm:cxn modelId="{531286DC-06D8-4F8E-9B78-139F9677A6D2}" type="presParOf" srcId="{EF963990-07B7-4DBC-8CFE-C86D15B61BB6}" destId="{DD07B078-3354-4F1B-9438-E4F95C4B43A6}" srcOrd="1" destOrd="12" presId="urn:microsoft.com/office/officeart/2005/8/layout/list1"/>
    <dgm:cxn modelId="{A492D6AE-119D-47F0-BCD3-A302862F319B}" type="presOf" srcId="{CA58FE74-4619-4E47-BA6C-E0CD35AF5AC2}" destId="{DD07B078-3354-4F1B-9438-E4F95C4B43A6}" srcOrd="0" destOrd="0" presId="urn:microsoft.com/office/officeart/2005/8/layout/list1"/>
    <dgm:cxn modelId="{43988938-1227-46EA-8E36-10551B22B4DF}" type="presParOf" srcId="{E5EECCA3-F875-4B71-92CC-9CCDFB7DBFEF}" destId="{98F9047E-C8BE-4990-B6F7-84F4581E1FEA}" srcOrd="13" destOrd="0" presId="urn:microsoft.com/office/officeart/2005/8/layout/list1"/>
    <dgm:cxn modelId="{76BFD635-4798-47D9-A684-1A1A9065B8A7}" type="presParOf" srcId="{E5EECCA3-F875-4B71-92CC-9CCDFB7DBFEF}" destId="{FB20FF5F-D131-4A8A-AEBC-01A2B84D6655}" srcOrd="14" destOrd="0" presId="urn:microsoft.com/office/officeart/2005/8/layout/list1"/>
    <dgm:cxn modelId="{50E5E66A-2030-480B-99DF-8FE1360B37DD}" type="presParOf" srcId="{E5EECCA3-F875-4B71-92CC-9CCDFB7DBFEF}" destId="{AC1FEB9E-7ED9-4E44-9D47-B63AE5862158}" srcOrd="15" destOrd="0" presId="urn:microsoft.com/office/officeart/2005/8/layout/list1"/>
    <dgm:cxn modelId="{F843D384-600C-4D79-96F5-1AD97416FEA5}" type="presParOf" srcId="{E5EECCA3-F875-4B71-92CC-9CCDFB7DBFEF}" destId="{846F5702-B531-42ED-B2F7-16EF81AE8CC2}" srcOrd="16" destOrd="0" presId="urn:microsoft.com/office/officeart/2005/8/layout/list1"/>
    <dgm:cxn modelId="{5B7451B4-2B6E-4CEA-8D8C-BCD1E2C5F42A}" type="presParOf" srcId="{846F5702-B531-42ED-B2F7-16EF81AE8CC2}" destId="{1ACE5E9B-8037-4C98-BEAD-52A74E5DD32E}" srcOrd="0" destOrd="16" presId="urn:microsoft.com/office/officeart/2005/8/layout/list1"/>
    <dgm:cxn modelId="{3DC484AC-2529-4FD1-B9F2-842573570304}" type="presOf" srcId="{A9E40C43-3C3A-4453-8918-DB863CF2E423}" destId="{1ACE5E9B-8037-4C98-BEAD-52A74E5DD32E}" srcOrd="0" destOrd="0" presId="urn:microsoft.com/office/officeart/2005/8/layout/list1"/>
    <dgm:cxn modelId="{1E61D663-4A7B-412C-865E-9B67FE2D6E5E}" type="presParOf" srcId="{846F5702-B531-42ED-B2F7-16EF81AE8CC2}" destId="{A7337375-9496-4427-9D87-90D060095351}" srcOrd="1" destOrd="16" presId="urn:microsoft.com/office/officeart/2005/8/layout/list1"/>
    <dgm:cxn modelId="{B428C312-2AFC-47BF-9A2E-D7E6DBB293D9}" type="presOf" srcId="{A9E40C43-3C3A-4453-8918-DB863CF2E423}" destId="{A7337375-9496-4427-9D87-90D060095351}" srcOrd="0" destOrd="0" presId="urn:microsoft.com/office/officeart/2005/8/layout/list1"/>
    <dgm:cxn modelId="{FF0C5A9D-D3A2-450F-A160-D604DDB7AEF1}" type="presParOf" srcId="{E5EECCA3-F875-4B71-92CC-9CCDFB7DBFEF}" destId="{3E6A195A-9D0F-4A3D-BC76-8404902BE104}" srcOrd="17" destOrd="0" presId="urn:microsoft.com/office/officeart/2005/8/layout/list1"/>
    <dgm:cxn modelId="{32037765-4E89-4BCD-9573-B00628D1D332}" type="presParOf" srcId="{E5EECCA3-F875-4B71-92CC-9CCDFB7DBFEF}" destId="{687D1C81-C382-4717-93C4-C386093BDEB9}" srcOrd="18" destOrd="0" presId="urn:microsoft.com/office/officeart/2005/8/layout/list1"/>
    <dgm:cxn modelId="{5C0A39D0-5131-4055-AEC0-8BAA799FE049}" type="presParOf" srcId="{E5EECCA3-F875-4B71-92CC-9CCDFB7DBFEF}" destId="{669F79F5-F395-426C-B7DD-3B5BC52465C6}" srcOrd="19" destOrd="0" presId="urn:microsoft.com/office/officeart/2005/8/layout/list1"/>
    <dgm:cxn modelId="{6BEA0EB7-576F-433E-B87C-D1267283A999}" type="presParOf" srcId="{E5EECCA3-F875-4B71-92CC-9CCDFB7DBFEF}" destId="{04A221FB-3A34-4804-9E1E-FAA254BEF819}" srcOrd="20" destOrd="0" presId="urn:microsoft.com/office/officeart/2005/8/layout/list1"/>
    <dgm:cxn modelId="{01878CD2-E556-4E0A-A66B-840E75B237C2}" type="presParOf" srcId="{04A221FB-3A34-4804-9E1E-FAA254BEF819}" destId="{09CBCBA7-E2EE-4654-BCFB-AB2C2D77E66B}" srcOrd="0" destOrd="20" presId="urn:microsoft.com/office/officeart/2005/8/layout/list1"/>
    <dgm:cxn modelId="{E747B138-FAE8-49BA-8874-82D0B2A4B713}" type="presOf" srcId="{D3284563-CEAB-43B3-81C4-5F6C081CBB78}" destId="{09CBCBA7-E2EE-4654-BCFB-AB2C2D77E66B}" srcOrd="0" destOrd="0" presId="urn:microsoft.com/office/officeart/2005/8/layout/list1"/>
    <dgm:cxn modelId="{11668B4D-3995-4D43-80F5-B28DF11ACC7D}" type="presParOf" srcId="{04A221FB-3A34-4804-9E1E-FAA254BEF819}" destId="{F8B30F84-9FC1-4455-B8FC-CA5DC2189586}" srcOrd="1" destOrd="20" presId="urn:microsoft.com/office/officeart/2005/8/layout/list1"/>
    <dgm:cxn modelId="{CAB4462B-F9B0-42F3-A841-8218DBA13288}" type="presOf" srcId="{D3284563-CEAB-43B3-81C4-5F6C081CBB78}" destId="{F8B30F84-9FC1-4455-B8FC-CA5DC2189586}" srcOrd="0" destOrd="0" presId="urn:microsoft.com/office/officeart/2005/8/layout/list1"/>
    <dgm:cxn modelId="{67D89B16-A01E-440E-AB4E-729162085531}" type="presParOf" srcId="{E5EECCA3-F875-4B71-92CC-9CCDFB7DBFEF}" destId="{75AF99AA-34AA-4169-A0AA-91E0CC0C2D15}" srcOrd="21" destOrd="0" presId="urn:microsoft.com/office/officeart/2005/8/layout/list1"/>
    <dgm:cxn modelId="{363BB6BB-5BA1-4427-8256-2F87E23DBC04}" type="presParOf" srcId="{E5EECCA3-F875-4B71-92CC-9CCDFB7DBFEF}" destId="{F855875C-E8B4-4273-8C6C-6A8EC3091B3C}" srcOrd="22" destOrd="0" presId="urn:microsoft.com/office/officeart/2005/8/layout/list1"/>
    <dgm:cxn modelId="{DD89C305-660B-4A1D-AB4E-8E74511A1BC5}" type="presParOf" srcId="{E5EECCA3-F875-4B71-92CC-9CCDFB7DBFEF}" destId="{EF5BB87B-3E35-441D-9246-69E3A2E010D1}" srcOrd="23" destOrd="0" presId="urn:microsoft.com/office/officeart/2005/8/layout/list1"/>
    <dgm:cxn modelId="{A1766F64-F41D-485F-BF21-06EDBBB118D4}" type="presParOf" srcId="{E5EECCA3-F875-4B71-92CC-9CCDFB7DBFEF}" destId="{315CD73B-5B82-49EF-BFB6-0DD458DCF006}" srcOrd="24" destOrd="0" presId="urn:microsoft.com/office/officeart/2005/8/layout/list1"/>
    <dgm:cxn modelId="{4BEAA7EC-D32A-4EB8-9077-EB4001C78256}" type="presParOf" srcId="{315CD73B-5B82-49EF-BFB6-0DD458DCF006}" destId="{D3115B29-170F-4ABA-8028-64CBEB3F47F8}" srcOrd="0" destOrd="24" presId="urn:microsoft.com/office/officeart/2005/8/layout/list1"/>
    <dgm:cxn modelId="{0A889621-A3DE-4A1C-BFB8-98C71E4D120C}" type="presOf" srcId="{7D5A9D11-C004-47DC-9428-20F9AF33354B}" destId="{D3115B29-170F-4ABA-8028-64CBEB3F47F8}" srcOrd="0" destOrd="0" presId="urn:microsoft.com/office/officeart/2005/8/layout/list1"/>
    <dgm:cxn modelId="{AF6B1636-6387-4015-8C9A-0478AD38E570}" type="presParOf" srcId="{315CD73B-5B82-49EF-BFB6-0DD458DCF006}" destId="{F0D1CCF8-1E62-4C51-AE6B-9E927A51433A}" srcOrd="1" destOrd="24" presId="urn:microsoft.com/office/officeart/2005/8/layout/list1"/>
    <dgm:cxn modelId="{A4FD95E1-1590-4903-B98D-2674A3CDB88D}" type="presOf" srcId="{7D5A9D11-C004-47DC-9428-20F9AF33354B}" destId="{F0D1CCF8-1E62-4C51-AE6B-9E927A51433A}" srcOrd="0" destOrd="0" presId="urn:microsoft.com/office/officeart/2005/8/layout/list1"/>
    <dgm:cxn modelId="{CE7C0902-859B-4DF0-B452-2F3137E45649}" type="presParOf" srcId="{E5EECCA3-F875-4B71-92CC-9CCDFB7DBFEF}" destId="{0A9047E8-5199-4D74-8C49-0E47777CB538}" srcOrd="25" destOrd="0" presId="urn:microsoft.com/office/officeart/2005/8/layout/list1"/>
    <dgm:cxn modelId="{3A19474D-35CE-4526-84B3-EED41698ED1C}" type="presParOf" srcId="{E5EECCA3-F875-4B71-92CC-9CCDFB7DBFEF}" destId="{41CDE553-826F-4664-92C1-08E8039AB4C1}" srcOrd="26" destOrd="0" presId="urn:microsoft.com/office/officeart/2005/8/layout/list1"/>
    <dgm:cxn modelId="{9E919E94-82CB-4F99-92CD-964936B1B36B}" type="presParOf" srcId="{E5EECCA3-F875-4B71-92CC-9CCDFB7DBFEF}" destId="{3B8B3115-66AC-4EE6-8537-024C229D886C}" srcOrd="27" destOrd="0" presId="urn:microsoft.com/office/officeart/2005/8/layout/list1"/>
    <dgm:cxn modelId="{256CD87C-2355-4CD6-838C-BBBC3F1A5C13}" type="presParOf" srcId="{E5EECCA3-F875-4B71-92CC-9CCDFB7DBFEF}" destId="{9305745E-64DC-4B1B-8F4B-9F515C3BD40F}" srcOrd="28" destOrd="0" presId="urn:microsoft.com/office/officeart/2005/8/layout/list1"/>
    <dgm:cxn modelId="{B0BB28C9-74BA-4919-98A0-9E797538D4A2}" type="presParOf" srcId="{9305745E-64DC-4B1B-8F4B-9F515C3BD40F}" destId="{4013C9DF-F535-49CB-A88F-870E27632EBC}" srcOrd="0" destOrd="28" presId="urn:microsoft.com/office/officeart/2005/8/layout/list1"/>
    <dgm:cxn modelId="{3FA1D165-E395-47F4-8422-9A6C0EBE2B71}" type="presOf" srcId="{FD9E22CA-0318-4325-8996-96B8F4E8E1D9}" destId="{4013C9DF-F535-49CB-A88F-870E27632EBC}" srcOrd="0" destOrd="0" presId="urn:microsoft.com/office/officeart/2005/8/layout/list1"/>
    <dgm:cxn modelId="{1C3C5785-E863-4E3D-A85A-3A02E2E8BB9E}" type="presParOf" srcId="{9305745E-64DC-4B1B-8F4B-9F515C3BD40F}" destId="{3E19F96A-3F6F-4D8A-9032-997E221A063D}" srcOrd="1" destOrd="28" presId="urn:microsoft.com/office/officeart/2005/8/layout/list1"/>
    <dgm:cxn modelId="{1AA71AB2-4CE6-440C-B19A-19549F1C1FDB}" type="presOf" srcId="{FD9E22CA-0318-4325-8996-96B8F4E8E1D9}" destId="{3E19F96A-3F6F-4D8A-9032-997E221A063D}" srcOrd="0" destOrd="0" presId="urn:microsoft.com/office/officeart/2005/8/layout/list1"/>
    <dgm:cxn modelId="{FD5F8C06-AFC7-453E-A900-5D3E0B9984F1}" type="presParOf" srcId="{E5EECCA3-F875-4B71-92CC-9CCDFB7DBFEF}" destId="{F4E58422-C4BE-4051-BC2D-84282CC08C0A}" srcOrd="29" destOrd="0" presId="urn:microsoft.com/office/officeart/2005/8/layout/list1"/>
    <dgm:cxn modelId="{4A0AB3A4-306A-42CC-900F-0F30A30764F5}" type="presParOf" srcId="{E5EECCA3-F875-4B71-92CC-9CCDFB7DBFEF}" destId="{AABFD197-D097-4150-B9EC-6CA62E3D5153}" srcOrd="30" destOrd="0" presId="urn:microsoft.com/office/officeart/2005/8/layout/list1"/>
    <dgm:cxn modelId="{3D6BB838-78A8-45E6-9196-E23DCD1E0FC7}" type="presParOf" srcId="{E5EECCA3-F875-4B71-92CC-9CCDFB7DBFEF}" destId="{4A156CCA-7F12-4589-95AD-C51489215185}" srcOrd="31" destOrd="0" presId="urn:microsoft.com/office/officeart/2005/8/layout/list1"/>
    <dgm:cxn modelId="{D046A11A-EC11-4BA8-9517-4C77085DB5C7}" type="presParOf" srcId="{E5EECCA3-F875-4B71-92CC-9CCDFB7DBFEF}" destId="{B1110F0A-06C4-45C6-84AB-9DE08FC8544A}" srcOrd="32" destOrd="0" presId="urn:microsoft.com/office/officeart/2005/8/layout/list1"/>
    <dgm:cxn modelId="{039A0672-9C6A-4776-8C38-DC1EFDF3F6C5}" type="presParOf" srcId="{B1110F0A-06C4-45C6-84AB-9DE08FC8544A}" destId="{345694FF-AD8F-483E-90D0-CBE639DD318D}" srcOrd="0" destOrd="32" presId="urn:microsoft.com/office/officeart/2005/8/layout/list1"/>
    <dgm:cxn modelId="{E97200D6-A446-4551-87C2-EEADD9B7B899}" type="presOf" srcId="{7C0D4B71-BDB9-4B8F-B2A4-04B617DD9E5C}" destId="{345694FF-AD8F-483E-90D0-CBE639DD318D}" srcOrd="0" destOrd="0" presId="urn:microsoft.com/office/officeart/2005/8/layout/list1"/>
    <dgm:cxn modelId="{2CF40731-F83B-47F9-833C-655481915960}" type="presParOf" srcId="{B1110F0A-06C4-45C6-84AB-9DE08FC8544A}" destId="{13D9AF21-312C-4F45-8F47-94A780472EFC}" srcOrd="1" destOrd="32" presId="urn:microsoft.com/office/officeart/2005/8/layout/list1"/>
    <dgm:cxn modelId="{DA0E879F-E3FA-4E44-847E-3CCEE4BDA389}" type="presOf" srcId="{7C0D4B71-BDB9-4B8F-B2A4-04B617DD9E5C}" destId="{13D9AF21-312C-4F45-8F47-94A780472EFC}" srcOrd="0" destOrd="0" presId="urn:microsoft.com/office/officeart/2005/8/layout/list1"/>
    <dgm:cxn modelId="{165E569E-5CCD-454F-B479-5F3426FDDDCD}" type="presParOf" srcId="{E5EECCA3-F875-4B71-92CC-9CCDFB7DBFEF}" destId="{EE40CC13-E09F-4327-8199-675B00975C8D}" srcOrd="33" destOrd="0" presId="urn:microsoft.com/office/officeart/2005/8/layout/list1"/>
    <dgm:cxn modelId="{CCF1FF33-32BF-46DF-8A88-66F76688F39F}" type="presParOf" srcId="{E5EECCA3-F875-4B71-92CC-9CCDFB7DBFEF}" destId="{64349F8C-4EDD-4BC8-BE30-034A2FB92042}" srcOrd="34" destOrd="0" presId="urn:microsoft.com/office/officeart/2005/8/layout/list1"/>
    <dgm:cxn modelId="{08627358-4EAD-42E0-ABF9-7D6CE3D55EA6}" type="presParOf" srcId="{E5EECCA3-F875-4B71-92CC-9CCDFB7DBFEF}" destId="{603FC24D-5303-48A1-9F8D-14A3332864B1}" srcOrd="35" destOrd="0" presId="urn:microsoft.com/office/officeart/2005/8/layout/list1"/>
    <dgm:cxn modelId="{096E7BC4-D1CB-439E-B5F4-B00E8B9B0BFB}" type="presParOf" srcId="{E5EECCA3-F875-4B71-92CC-9CCDFB7DBFEF}" destId="{BE333C1C-81E9-4CF8-B013-F413080718B7}" srcOrd="36" destOrd="0" presId="urn:microsoft.com/office/officeart/2005/8/layout/list1"/>
    <dgm:cxn modelId="{41BD3728-ED2B-48CB-93B9-FF4AA359E52C}" type="presParOf" srcId="{BE333C1C-81E9-4CF8-B013-F413080718B7}" destId="{7CB0D02F-A9E3-433D-B5FE-61210931C48C}" srcOrd="0" destOrd="36" presId="urn:microsoft.com/office/officeart/2005/8/layout/list1"/>
    <dgm:cxn modelId="{81B1BC05-49B3-47B8-B378-D0544035542A}" type="presOf" srcId="{EF03AA74-4FC3-4E65-8C16-A68D0A7F27CA}" destId="{7CB0D02F-A9E3-433D-B5FE-61210931C48C}" srcOrd="0" destOrd="0" presId="urn:microsoft.com/office/officeart/2005/8/layout/list1"/>
    <dgm:cxn modelId="{B6FD0F35-BF83-4FF1-B8DB-3A45B3797F42}" type="presParOf" srcId="{BE333C1C-81E9-4CF8-B013-F413080718B7}" destId="{E2B0CD87-7E15-4CBB-9890-2FAB7E365132}" srcOrd="1" destOrd="36" presId="urn:microsoft.com/office/officeart/2005/8/layout/list1"/>
    <dgm:cxn modelId="{270E0437-EC87-46ED-BA00-07EB3AA8FB4B}" type="presOf" srcId="{EF03AA74-4FC3-4E65-8C16-A68D0A7F27CA}" destId="{E2B0CD87-7E15-4CBB-9890-2FAB7E365132}" srcOrd="0" destOrd="0" presId="urn:microsoft.com/office/officeart/2005/8/layout/list1"/>
    <dgm:cxn modelId="{9A07E15E-BC35-4364-821B-B40FCC69170F}" type="presParOf" srcId="{E5EECCA3-F875-4B71-92CC-9CCDFB7DBFEF}" destId="{2D9363CC-B1B9-4F13-ADFD-10614BDD3943}" srcOrd="37" destOrd="0" presId="urn:microsoft.com/office/officeart/2005/8/layout/list1"/>
    <dgm:cxn modelId="{EBF08EF3-027D-471B-ABA6-0B1EAB335FAF}" type="presParOf" srcId="{E5EECCA3-F875-4B71-92CC-9CCDFB7DBFEF}" destId="{BD193B42-B0E6-4F48-AEE1-163D407E633B}" srcOrd="3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FBB7B-694A-47BF-865D-2F44C1051453}" type="doc">
      <dgm:prSet loTypeId="list" loCatId="list" qsTypeId="urn:microsoft.com/office/officeart/2005/8/quickstyle/simple1" qsCatId="simple" csTypeId="urn:microsoft.com/office/officeart/2005/8/colors/accent1_1" csCatId="accent1" phldr="1"/>
      <dgm:spPr/>
      <dgm:t>
        <a:bodyPr/>
        <a:p>
          <a:endParaRPr lang="zh-CN" altLang="en-US"/>
        </a:p>
      </dgm:t>
    </dgm:pt>
    <dgm:pt modelId="{BD5427FF-4EB1-4006-BF7F-42158E0C5129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400" b="1">
              <a:latin typeface="Times New Roman" panose="02020603050405020304" charset="0"/>
              <a:cs typeface="Times New Roman" panose="02020603050405020304" charset="0"/>
            </a:rPr>
            <a:t>Data Cleanin</a:t>
          </a:r>
          <a:r>
            <a:rPr lang="en-IN" altLang="en-US" sz="2400" b="1">
              <a:latin typeface="Times New Roman" panose="02020603050405020304" charset="0"/>
              <a:cs typeface="Times New Roman" panose="02020603050405020304" charset="0"/>
            </a:rPr>
            <a:t>g</a:t>
          </a:r>
          <a:r>
            <a:rPr lang="en-IN" altLang="en-US" sz="2400" b="1">
              <a:latin typeface="Times New Roman" panose="02020603050405020304" charset="0"/>
              <a:cs typeface="Times New Roman" panose="02020603050405020304" charset="0"/>
            </a:rPr>
            <a:t/>
          </a:r>
          <a:endParaRPr lang="en-IN" altLang="en-US" sz="2400" b="1">
            <a:latin typeface="Times New Roman" panose="02020603050405020304" charset="0"/>
            <a:cs typeface="Times New Roman" panose="02020603050405020304" charset="0"/>
          </a:endParaRPr>
        </a:p>
      </dgm:t>
    </dgm:pt>
    <dgm:pt modelId="{A2F6D805-3B53-408A-A2A3-20BC3BF0D242}" cxnId="{312BA7D7-C4F2-4F44-BCC4-B882F19CEDB9}" type="parTrans">
      <dgm:prSet/>
      <dgm:spPr/>
      <dgm:t>
        <a:bodyPr/>
        <a:p>
          <a:endParaRPr lang="zh-CN" altLang="en-US"/>
        </a:p>
      </dgm:t>
    </dgm:pt>
    <dgm:pt modelId="{D47F9812-1256-4E44-A6BE-BEC559BE8FF3}" cxnId="{312BA7D7-C4F2-4F44-BCC4-B882F19CEDB9}" type="sibTrans">
      <dgm:prSet/>
      <dgm:spPr/>
      <dgm:t>
        <a:bodyPr/>
        <a:p>
          <a:endParaRPr lang="zh-CN" altLang="en-US"/>
        </a:p>
      </dgm:t>
    </dgm:pt>
    <dgm:pt modelId="{3A7B819B-DBE9-4610-B22A-5573EA6D532D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Checked missing values</a:t>
          </a: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DC4BEA23-BF6E-42AD-9BF0-CFBDE86A80F1}" cxnId="{B5B4910B-1B4E-40CA-8885-D7787F669155}" type="parTrans">
      <dgm:prSet/>
      <dgm:spPr/>
      <dgm:t>
        <a:bodyPr/>
        <a:p>
          <a:endParaRPr lang="zh-CN" altLang="en-US"/>
        </a:p>
      </dgm:t>
    </dgm:pt>
    <dgm:pt modelId="{0BF6ACD3-AE1A-4691-8CBE-DBE77AB8A685}" cxnId="{B5B4910B-1B4E-40CA-8885-D7787F669155}" type="sibTrans">
      <dgm:prSet/>
      <dgm:spPr/>
      <dgm:t>
        <a:bodyPr/>
        <a:p>
          <a:endParaRPr lang="zh-CN" altLang="en-US"/>
        </a:p>
      </dgm:t>
    </dgm:pt>
    <dgm:pt modelId="{59C27A31-881D-4BF6-9F1E-BB7F6AB60EF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Removed constant features where applicable</a:t>
          </a: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E222F8DB-AF31-46E8-BE59-5F8DA7B88593}" cxnId="{FDF0E565-567F-43CC-9214-2AEBFB387788}" type="parTrans">
      <dgm:prSet/>
      <dgm:spPr/>
    </dgm:pt>
    <dgm:pt modelId="{8CD59BA4-61FB-41AA-AED1-EFABC3B885D9}" cxnId="{FDF0E565-567F-43CC-9214-2AEBFB387788}" type="sibTrans">
      <dgm:prSet/>
      <dgm:spPr/>
    </dgm:pt>
    <dgm:pt modelId="{FE969E54-0D5D-4815-BDC4-3309E2F7325D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b="1">
              <a:latin typeface="Times New Roman" panose="02020603050405020304" charset="0"/>
              <a:cs typeface="Times New Roman" panose="02020603050405020304" charset="0"/>
            </a:rPr>
            <a:t>RUL Target</a:t>
          </a:r>
          <a:r>
            <a:rPr lang="en-US" altLang="en-GB" b="1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b="1">
            <a:latin typeface="Times New Roman" panose="02020603050405020304" charset="0"/>
            <a:cs typeface="Times New Roman" panose="02020603050405020304" charset="0"/>
          </a:endParaRPr>
        </a:p>
      </dgm:t>
    </dgm:pt>
    <dgm:pt modelId="{B5D9FB86-EEBE-488F-B7DE-B7CF5C9166C5}" cxnId="{01D263A6-294E-4C9C-98C7-220775B03523}" type="parTrans">
      <dgm:prSet/>
      <dgm:spPr/>
      <dgm:t>
        <a:bodyPr/>
        <a:p>
          <a:endParaRPr lang="zh-CN" altLang="en-US"/>
        </a:p>
      </dgm:t>
    </dgm:pt>
    <dgm:pt modelId="{D7D19B67-C01A-45D3-B5C7-B7E1B18A9F62}" cxnId="{01D263A6-294E-4C9C-98C7-220775B03523}" type="sibTrans">
      <dgm:prSet/>
      <dgm:spPr/>
      <dgm:t>
        <a:bodyPr/>
        <a:p>
          <a:endParaRPr lang="zh-CN" altLang="en-US"/>
        </a:p>
      </dgm:t>
    </dgm:pt>
    <dgm:pt modelId="{35600F67-42C2-4D1B-B072-DC2A36FCB136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Generated RUL for training data</a:t>
          </a: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B4BC79E1-FDBA-43D1-A988-1BE8090EDA7A}" cxnId="{A62D708C-1563-4426-8C4D-2592997821AC}" type="parTrans">
      <dgm:prSet/>
      <dgm:spPr/>
      <dgm:t>
        <a:bodyPr/>
        <a:p>
          <a:endParaRPr lang="zh-CN" altLang="en-US"/>
        </a:p>
      </dgm:t>
    </dgm:pt>
    <dgm:pt modelId="{AD46A0AA-C45A-46D2-89AF-28390F99F9D0}" cxnId="{A62D708C-1563-4426-8C4D-2592997821AC}" type="sibTrans">
      <dgm:prSet/>
      <dgm:spPr/>
      <dgm:t>
        <a:bodyPr/>
        <a:p>
          <a:endParaRPr lang="zh-CN" altLang="en-US"/>
        </a:p>
      </dgm:t>
    </dgm:pt>
    <dgm:pt modelId="{6FEE44AD-031E-4A36-BCB0-5CD48A1FCAB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RUL used as regression target</a:t>
          </a: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FC9F8409-B302-4A62-A945-5A248A71B730}" cxnId="{646DAAD9-D21E-4493-A395-1B156A73E47E}" type="parTrans">
      <dgm:prSet/>
      <dgm:spPr/>
    </dgm:pt>
    <dgm:pt modelId="{C340D171-9B89-4B7E-8E1C-0F5493105A5B}" cxnId="{646DAAD9-D21E-4493-A395-1B156A73E47E}" type="sibTrans">
      <dgm:prSet/>
      <dgm:spPr/>
    </dgm:pt>
    <dgm:pt modelId="{61F0DC84-7FFF-4FDD-9B5D-40960093AE83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b="1">
              <a:latin typeface="Times New Roman" panose="02020603050405020304" charset="0"/>
              <a:cs typeface="Times New Roman" panose="02020603050405020304" charset="0"/>
            </a:rPr>
            <a:t>Feature Selection</a:t>
          </a:r>
          <a:r>
            <a:rPr lang="en-US" altLang="en-GB" b="1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b="1">
            <a:latin typeface="Times New Roman" panose="02020603050405020304" charset="0"/>
            <a:cs typeface="Times New Roman" panose="02020603050405020304" charset="0"/>
          </a:endParaRPr>
        </a:p>
      </dgm:t>
    </dgm:pt>
    <dgm:pt modelId="{2CB3CEFC-83E6-4DB9-B636-5287ACC11553}" cxnId="{A0A9BF31-2D9B-4E44-B1F6-049F954DBF32}" type="parTrans">
      <dgm:prSet/>
      <dgm:spPr/>
      <dgm:t>
        <a:bodyPr/>
        <a:p>
          <a:endParaRPr lang="zh-CN" altLang="en-US"/>
        </a:p>
      </dgm:t>
    </dgm:pt>
    <dgm:pt modelId="{1FAE29ED-22A2-40FA-904A-0706E8542FE7}" cxnId="{A0A9BF31-2D9B-4E44-B1F6-049F954DBF32}" type="sibTrans">
      <dgm:prSet/>
      <dgm:spPr/>
      <dgm:t>
        <a:bodyPr/>
        <a:p>
          <a:endParaRPr lang="zh-CN" altLang="en-US"/>
        </a:p>
      </dgm:t>
    </dgm:pt>
    <dgm:pt modelId="{2C0D9F89-7CE9-4195-96AC-FB27D6AA2EF6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Selected sensor &amp; operating-condition features</a:t>
          </a: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24D9371C-2787-474E-A690-5A09190A9707}" cxnId="{BE0C91A9-FE29-4D79-9063-5664ADDCFC35}" type="parTrans">
      <dgm:prSet/>
      <dgm:spPr/>
      <dgm:t>
        <a:bodyPr/>
        <a:p>
          <a:endParaRPr lang="zh-CN" altLang="en-US"/>
        </a:p>
      </dgm:t>
    </dgm:pt>
    <dgm:pt modelId="{39E6AF7E-E529-4319-B552-AB363EF4CE26}" cxnId="{BE0C91A9-FE29-4D79-9063-5664ADDCFC35}" type="sibTrans">
      <dgm:prSet/>
      <dgm:spPr/>
      <dgm:t>
        <a:bodyPr/>
        <a:p>
          <a:endParaRPr lang="zh-CN" altLang="en-US"/>
        </a:p>
      </dgm:t>
    </dgm:pt>
    <dgm:pt modelId="{568D6D5C-80E8-42EB-A931-2FC9028C0C5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Excluded Engine ID</a:t>
          </a: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384C6BDE-E86D-4ACF-A5F5-34FB2CF78E9A}" cxnId="{7D09F028-AB3D-4C42-8C75-3C929306ADCC}" type="parTrans">
      <dgm:prSet/>
      <dgm:spPr/>
    </dgm:pt>
    <dgm:pt modelId="{6B1E9E96-DE6A-4888-ACF5-1727BA62E540}" cxnId="{7D09F028-AB3D-4C42-8C75-3C929306ADCC}" type="sibTrans">
      <dgm:prSet/>
      <dgm:spPr/>
    </dgm:pt>
    <dgm:pt modelId="{BEB5D6B3-B1C7-477E-B0F5-22803E7F2B4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b="1">
              <a:latin typeface="Times New Roman" panose="02020603050405020304" charset="0"/>
              <a:cs typeface="Times New Roman" panose="02020603050405020304" charset="0"/>
            </a:rPr>
            <a:t>Model Preparation</a:t>
          </a:r>
          <a:r>
            <a:rPr lang="en-US" altLang="en-GB" b="1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b="1">
            <a:latin typeface="Times New Roman" panose="02020603050405020304" charset="0"/>
            <a:cs typeface="Times New Roman" panose="02020603050405020304" charset="0"/>
          </a:endParaRPr>
        </a:p>
      </dgm:t>
    </dgm:pt>
    <dgm:pt modelId="{E2A15582-31C9-4943-96F8-8C76CF5C09DA}" cxnId="{68FAB07E-40F0-4368-8F0E-9903D9206466}" type="parTrans">
      <dgm:prSet/>
      <dgm:spPr/>
    </dgm:pt>
    <dgm:pt modelId="{2E28A5BE-0966-4917-9B32-8DCAE557E054}" cxnId="{68FAB07E-40F0-4368-8F0E-9903D9206466}" type="sibTrans">
      <dgm:prSet/>
      <dgm:spPr/>
    </dgm:pt>
    <dgm:pt modelId="{9B99C625-4F57-4CE4-BFF2-DEE14B48E5A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Prepared train/test features</a:t>
          </a: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D9858FB6-66CE-4AEF-837D-AC7C7E58FCE6}" cxnId="{72C58FC8-75D0-4201-88E5-5691BFF29A65}" type="parTrans">
      <dgm:prSet/>
      <dgm:spPr/>
    </dgm:pt>
    <dgm:pt modelId="{DFBF11D4-E652-4B5B-BD98-6DBFF6062FDB}" cxnId="{72C58FC8-75D0-4201-88E5-5691BFF29A65}" type="sibTrans">
      <dgm:prSet/>
      <dgm:spPr/>
    </dgm:pt>
    <dgm:pt modelId="{8C0D11F6-5479-4DA1-B681-2504BCF9784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No standardization required for tree-based models</a:t>
          </a: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C4831153-915D-45F5-9164-49984621C414}" cxnId="{38A36807-EC58-40CE-B8CD-B95F9159DD52}" type="parTrans">
      <dgm:prSet/>
      <dgm:spPr/>
    </dgm:pt>
    <dgm:pt modelId="{FAAEBF9D-AEB4-49B9-B155-A92D1C1BDDA3}" cxnId="{38A36807-EC58-40CE-B8CD-B95F9159DD52}" type="sibTrans">
      <dgm:prSet/>
      <dgm:spPr/>
    </dgm:pt>
    <dgm:pt modelId="{D5FB6A06-3991-4223-AD64-C4F7F6F4DF69}" type="pres">
      <dgm:prSet presAssocID="{468FBB7B-694A-47BF-865D-2F44C1051453}" presName="Name0" presStyleCnt="0">
        <dgm:presLayoutVars>
          <dgm:dir/>
          <dgm:animLvl val="lvl"/>
          <dgm:resizeHandles val="exact"/>
        </dgm:presLayoutVars>
      </dgm:prSet>
      <dgm:spPr/>
    </dgm:pt>
    <dgm:pt modelId="{5EB24CCF-928A-4018-A934-89F31F564A83}" type="pres">
      <dgm:prSet presAssocID="{BD5427FF-4EB1-4006-BF7F-42158E0C5129}" presName="composite" presStyleCnt="0"/>
      <dgm:spPr/>
    </dgm:pt>
    <dgm:pt modelId="{5D9704F8-5A95-419F-B794-1E2F82666BDB}" type="pres">
      <dgm:prSet presAssocID="{BD5427FF-4EB1-4006-BF7F-42158E0C5129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C0A6D3D8-DBC2-45B6-8DEF-789A72552BB4}" type="pres">
      <dgm:prSet presAssocID="{BD5427FF-4EB1-4006-BF7F-42158E0C5129}" presName="desTx" presStyleLbl="alignAccFollowNode1" presStyleIdx="0" presStyleCnt="4">
        <dgm:presLayoutVars>
          <dgm:bulletEnabled val="1"/>
        </dgm:presLayoutVars>
      </dgm:prSet>
      <dgm:spPr/>
    </dgm:pt>
    <dgm:pt modelId="{C4F6D2AE-A2A5-43DC-B705-8E8ECE0E1613}" type="pres">
      <dgm:prSet presAssocID="{D47F9812-1256-4E44-A6BE-BEC559BE8FF3}" presName="space" presStyleCnt="0"/>
      <dgm:spPr/>
    </dgm:pt>
    <dgm:pt modelId="{C1832C44-4F6B-4ABA-88DC-7D5A80779E4B}" type="pres">
      <dgm:prSet presAssocID="{FE969E54-0D5D-4815-BDC4-3309E2F7325D}" presName="composite" presStyleCnt="0"/>
      <dgm:spPr/>
    </dgm:pt>
    <dgm:pt modelId="{3E0BA246-3456-471B-AD87-1436FD251DD8}" type="pres">
      <dgm:prSet presAssocID="{FE969E54-0D5D-4815-BDC4-3309E2F7325D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33CF15AD-8A19-4E9A-9BED-239A79CAF737}" type="pres">
      <dgm:prSet presAssocID="{FE969E54-0D5D-4815-BDC4-3309E2F7325D}" presName="desTx" presStyleLbl="alignAccFollowNode1" presStyleIdx="1" presStyleCnt="4">
        <dgm:presLayoutVars>
          <dgm:bulletEnabled val="1"/>
        </dgm:presLayoutVars>
      </dgm:prSet>
      <dgm:spPr/>
    </dgm:pt>
    <dgm:pt modelId="{F4639A07-76C8-4329-80D5-712628979A9A}" type="pres">
      <dgm:prSet presAssocID="{D7D19B67-C01A-45D3-B5C7-B7E1B18A9F62}" presName="space" presStyleCnt="0"/>
      <dgm:spPr/>
    </dgm:pt>
    <dgm:pt modelId="{7F710124-E259-48A5-9895-471DE20AF50E}" type="pres">
      <dgm:prSet presAssocID="{61F0DC84-7FFF-4FDD-9B5D-40960093AE83}" presName="composite" presStyleCnt="0"/>
      <dgm:spPr/>
    </dgm:pt>
    <dgm:pt modelId="{FC453BFD-315B-4968-86FA-B7D3125F3320}" type="pres">
      <dgm:prSet presAssocID="{61F0DC84-7FFF-4FDD-9B5D-40960093AE83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B357C82A-FE93-416B-AFBF-A74F9E99C4E4}" type="pres">
      <dgm:prSet presAssocID="{61F0DC84-7FFF-4FDD-9B5D-40960093AE83}" presName="desTx" presStyleLbl="alignAccFollowNode1" presStyleIdx="2" presStyleCnt="4">
        <dgm:presLayoutVars>
          <dgm:bulletEnabled val="1"/>
        </dgm:presLayoutVars>
      </dgm:prSet>
      <dgm:spPr/>
    </dgm:pt>
    <dgm:pt modelId="{A4662388-F314-4696-998E-C3BF48B48211}" type="pres">
      <dgm:prSet presAssocID="{1FAE29ED-22A2-40FA-904A-0706E8542FE7}" presName="space" presStyleCnt="0"/>
      <dgm:spPr/>
    </dgm:pt>
    <dgm:pt modelId="{D5F3EAFE-B38A-475A-B1FE-13360F720E90}" type="pres">
      <dgm:prSet presAssocID="{BEB5D6B3-B1C7-477E-B0F5-22803E7F2B46}" presName="composite" presStyleCnt="0"/>
      <dgm:spPr/>
    </dgm:pt>
    <dgm:pt modelId="{58A2A140-123F-42BA-A21A-5599920D1D61}" type="pres">
      <dgm:prSet presAssocID="{BEB5D6B3-B1C7-477E-B0F5-22803E7F2B46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0BACF14B-8CD6-4D92-BF5B-B95E3A65E259}" type="pres">
      <dgm:prSet presAssocID="{BEB5D6B3-B1C7-477E-B0F5-22803E7F2B46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312BA7D7-C4F2-4F44-BCC4-B882F19CEDB9}" srcId="{468FBB7B-694A-47BF-865D-2F44C1051453}" destId="{BD5427FF-4EB1-4006-BF7F-42158E0C5129}" srcOrd="0" destOrd="0" parTransId="{A2F6D805-3B53-408A-A2A3-20BC3BF0D242}" sibTransId="{D47F9812-1256-4E44-A6BE-BEC559BE8FF3}"/>
    <dgm:cxn modelId="{B5B4910B-1B4E-40CA-8885-D7787F669155}" srcId="{BD5427FF-4EB1-4006-BF7F-42158E0C5129}" destId="{3A7B819B-DBE9-4610-B22A-5573EA6D532D}" srcOrd="0" destOrd="0" parTransId="{DC4BEA23-BF6E-42AD-9BF0-CFBDE86A80F1}" sibTransId="{0BF6ACD3-AE1A-4691-8CBE-DBE77AB8A685}"/>
    <dgm:cxn modelId="{FDF0E565-567F-43CC-9214-2AEBFB387788}" srcId="{BD5427FF-4EB1-4006-BF7F-42158E0C5129}" destId="{59C27A31-881D-4BF6-9F1E-BB7F6AB60EF4}" srcOrd="1" destOrd="0" parTransId="{E222F8DB-AF31-46E8-BE59-5F8DA7B88593}" sibTransId="{8CD59BA4-61FB-41AA-AED1-EFABC3B885D9}"/>
    <dgm:cxn modelId="{01D263A6-294E-4C9C-98C7-220775B03523}" srcId="{468FBB7B-694A-47BF-865D-2F44C1051453}" destId="{FE969E54-0D5D-4815-BDC4-3309E2F7325D}" srcOrd="1" destOrd="0" parTransId="{B5D9FB86-EEBE-488F-B7DE-B7CF5C9166C5}" sibTransId="{D7D19B67-C01A-45D3-B5C7-B7E1B18A9F62}"/>
    <dgm:cxn modelId="{A62D708C-1563-4426-8C4D-2592997821AC}" srcId="{FE969E54-0D5D-4815-BDC4-3309E2F7325D}" destId="{35600F67-42C2-4D1B-B072-DC2A36FCB136}" srcOrd="0" destOrd="1" parTransId="{B4BC79E1-FDBA-43D1-A988-1BE8090EDA7A}" sibTransId="{AD46A0AA-C45A-46D2-89AF-28390F99F9D0}"/>
    <dgm:cxn modelId="{646DAAD9-D21E-4493-A395-1B156A73E47E}" srcId="{FE969E54-0D5D-4815-BDC4-3309E2F7325D}" destId="{6FEE44AD-031E-4A36-BCB0-5CD48A1FCAB3}" srcOrd="1" destOrd="1" parTransId="{FC9F8409-B302-4A62-A945-5A248A71B730}" sibTransId="{C340D171-9B89-4B7E-8E1C-0F5493105A5B}"/>
    <dgm:cxn modelId="{A0A9BF31-2D9B-4E44-B1F6-049F954DBF32}" srcId="{468FBB7B-694A-47BF-865D-2F44C1051453}" destId="{61F0DC84-7FFF-4FDD-9B5D-40960093AE83}" srcOrd="2" destOrd="0" parTransId="{2CB3CEFC-83E6-4DB9-B636-5287ACC11553}" sibTransId="{1FAE29ED-22A2-40FA-904A-0706E8542FE7}"/>
    <dgm:cxn modelId="{BE0C91A9-FE29-4D79-9063-5664ADDCFC35}" srcId="{61F0DC84-7FFF-4FDD-9B5D-40960093AE83}" destId="{2C0D9F89-7CE9-4195-96AC-FB27D6AA2EF6}" srcOrd="0" destOrd="2" parTransId="{24D9371C-2787-474E-A690-5A09190A9707}" sibTransId="{39E6AF7E-E529-4319-B552-AB363EF4CE26}"/>
    <dgm:cxn modelId="{7D09F028-AB3D-4C42-8C75-3C929306ADCC}" srcId="{61F0DC84-7FFF-4FDD-9B5D-40960093AE83}" destId="{568D6D5C-80E8-42EB-A931-2FC9028C0C59}" srcOrd="1" destOrd="2" parTransId="{384C6BDE-E86D-4ACF-A5F5-34FB2CF78E9A}" sibTransId="{6B1E9E96-DE6A-4888-ACF5-1727BA62E540}"/>
    <dgm:cxn modelId="{68FAB07E-40F0-4368-8F0E-9903D9206466}" srcId="{468FBB7B-694A-47BF-865D-2F44C1051453}" destId="{BEB5D6B3-B1C7-477E-B0F5-22803E7F2B46}" srcOrd="3" destOrd="0" parTransId="{E2A15582-31C9-4943-96F8-8C76CF5C09DA}" sibTransId="{2E28A5BE-0966-4917-9B32-8DCAE557E054}"/>
    <dgm:cxn modelId="{72C58FC8-75D0-4201-88E5-5691BFF29A65}" srcId="{BEB5D6B3-B1C7-477E-B0F5-22803E7F2B46}" destId="{9B99C625-4F57-4CE4-BFF2-DEE14B48E5AE}" srcOrd="0" destOrd="3" parTransId="{D9858FB6-66CE-4AEF-837D-AC7C7E58FCE6}" sibTransId="{DFBF11D4-E652-4B5B-BD98-6DBFF6062FDB}"/>
    <dgm:cxn modelId="{38A36807-EC58-40CE-B8CD-B95F9159DD52}" srcId="{BEB5D6B3-B1C7-477E-B0F5-22803E7F2B46}" destId="{8C0D11F6-5479-4DA1-B681-2504BCF9784A}" srcOrd="1" destOrd="3" parTransId="{C4831153-915D-45F5-9164-49984621C414}" sibTransId="{FAAEBF9D-AEB4-49B9-B155-A92D1C1BDDA3}"/>
    <dgm:cxn modelId="{8C0CDE1E-A0CF-4126-9D7C-7EEF5C6AF4E5}" type="presOf" srcId="{468FBB7B-694A-47BF-865D-2F44C1051453}" destId="{D5FB6A06-3991-4223-AD64-C4F7F6F4DF69}" srcOrd="0" destOrd="0" presId="urn:microsoft.com/office/officeart/2005/8/layout/hList1"/>
    <dgm:cxn modelId="{F8F7AA4A-4556-429D-9585-59421367C552}" type="presParOf" srcId="{D5FB6A06-3991-4223-AD64-C4F7F6F4DF69}" destId="{5EB24CCF-928A-4018-A934-89F31F564A83}" srcOrd="0" destOrd="0" presId="urn:microsoft.com/office/officeart/2005/8/layout/hList1"/>
    <dgm:cxn modelId="{829690FB-5A24-4268-A7B2-0FDBC7239FC3}" type="presParOf" srcId="{5EB24CCF-928A-4018-A934-89F31F564A83}" destId="{5D9704F8-5A95-419F-B794-1E2F82666BDB}" srcOrd="0" destOrd="0" presId="urn:microsoft.com/office/officeart/2005/8/layout/hList1"/>
    <dgm:cxn modelId="{C2AEE081-9417-47AD-9B6C-D134475CBA83}" type="presOf" srcId="{BD5427FF-4EB1-4006-BF7F-42158E0C5129}" destId="{5D9704F8-5A95-419F-B794-1E2F82666BDB}" srcOrd="0" destOrd="0" presId="urn:microsoft.com/office/officeart/2005/8/layout/hList1"/>
    <dgm:cxn modelId="{2EB89A0E-621A-4717-80F3-A34AFDB724DC}" type="presParOf" srcId="{5EB24CCF-928A-4018-A934-89F31F564A83}" destId="{C0A6D3D8-DBC2-45B6-8DEF-789A72552BB4}" srcOrd="1" destOrd="0" presId="urn:microsoft.com/office/officeart/2005/8/layout/hList1"/>
    <dgm:cxn modelId="{399500F3-6B5D-408C-B9B5-AD3F65E7878C}" type="presOf" srcId="{3A7B819B-DBE9-4610-B22A-5573EA6D532D}" destId="{C0A6D3D8-DBC2-45B6-8DEF-789A72552BB4}" srcOrd="0" destOrd="0" presId="urn:microsoft.com/office/officeart/2005/8/layout/hList1"/>
    <dgm:cxn modelId="{03FD279B-9A4C-404A-847A-F57C03BD84DE}" type="presOf" srcId="{59C27A31-881D-4BF6-9F1E-BB7F6AB60EF4}" destId="{C0A6D3D8-DBC2-45B6-8DEF-789A72552BB4}" srcOrd="0" destOrd="1" presId="urn:microsoft.com/office/officeart/2005/8/layout/hList1"/>
    <dgm:cxn modelId="{FD5772E4-DDE6-4D66-9A72-069CEEFF6FC6}" type="presParOf" srcId="{D5FB6A06-3991-4223-AD64-C4F7F6F4DF69}" destId="{C4F6D2AE-A2A5-43DC-B705-8E8ECE0E1613}" srcOrd="1" destOrd="0" presId="urn:microsoft.com/office/officeart/2005/8/layout/hList1"/>
    <dgm:cxn modelId="{D011CB0A-F901-4444-969A-36A8EDB13229}" type="presParOf" srcId="{D5FB6A06-3991-4223-AD64-C4F7F6F4DF69}" destId="{C1832C44-4F6B-4ABA-88DC-7D5A80779E4B}" srcOrd="2" destOrd="0" presId="urn:microsoft.com/office/officeart/2005/8/layout/hList1"/>
    <dgm:cxn modelId="{8454986D-0CCF-45DC-A33F-E99CEFB81AF4}" type="presParOf" srcId="{C1832C44-4F6B-4ABA-88DC-7D5A80779E4B}" destId="{3E0BA246-3456-471B-AD87-1436FD251DD8}" srcOrd="0" destOrd="2" presId="urn:microsoft.com/office/officeart/2005/8/layout/hList1"/>
    <dgm:cxn modelId="{ECC3B8A0-138E-4400-B4B6-EAE303CD73B4}" type="presOf" srcId="{FE969E54-0D5D-4815-BDC4-3309E2F7325D}" destId="{3E0BA246-3456-471B-AD87-1436FD251DD8}" srcOrd="0" destOrd="0" presId="urn:microsoft.com/office/officeart/2005/8/layout/hList1"/>
    <dgm:cxn modelId="{999CE693-CAB9-476F-8F27-BC921397948E}" type="presParOf" srcId="{C1832C44-4F6B-4ABA-88DC-7D5A80779E4B}" destId="{33CF15AD-8A19-4E9A-9BED-239A79CAF737}" srcOrd="1" destOrd="2" presId="urn:microsoft.com/office/officeart/2005/8/layout/hList1"/>
    <dgm:cxn modelId="{9ECEBD7A-F2C6-4A66-BB8B-9F464F9EF901}" type="presOf" srcId="{35600F67-42C2-4D1B-B072-DC2A36FCB136}" destId="{33CF15AD-8A19-4E9A-9BED-239A79CAF737}" srcOrd="0" destOrd="0" presId="urn:microsoft.com/office/officeart/2005/8/layout/hList1"/>
    <dgm:cxn modelId="{D2D69F44-C78E-40D3-828A-CA74E5606B8B}" type="presOf" srcId="{6FEE44AD-031E-4A36-BCB0-5CD48A1FCAB3}" destId="{33CF15AD-8A19-4E9A-9BED-239A79CAF737}" srcOrd="0" destOrd="1" presId="urn:microsoft.com/office/officeart/2005/8/layout/hList1"/>
    <dgm:cxn modelId="{330D316F-5561-44FE-BE8B-54EBE987BF77}" type="presParOf" srcId="{D5FB6A06-3991-4223-AD64-C4F7F6F4DF69}" destId="{F4639A07-76C8-4329-80D5-712628979A9A}" srcOrd="3" destOrd="0" presId="urn:microsoft.com/office/officeart/2005/8/layout/hList1"/>
    <dgm:cxn modelId="{EBAC7CDE-E494-4940-A106-9D74495D3461}" type="presParOf" srcId="{D5FB6A06-3991-4223-AD64-C4F7F6F4DF69}" destId="{7F710124-E259-48A5-9895-471DE20AF50E}" srcOrd="4" destOrd="0" presId="urn:microsoft.com/office/officeart/2005/8/layout/hList1"/>
    <dgm:cxn modelId="{A23C35C9-B08F-4E19-9D85-A19936810113}" type="presParOf" srcId="{7F710124-E259-48A5-9895-471DE20AF50E}" destId="{FC453BFD-315B-4968-86FA-B7D3125F3320}" srcOrd="0" destOrd="4" presId="urn:microsoft.com/office/officeart/2005/8/layout/hList1"/>
    <dgm:cxn modelId="{3118BE51-3FE6-4318-9D18-C481BC359164}" type="presOf" srcId="{61F0DC84-7FFF-4FDD-9B5D-40960093AE83}" destId="{FC453BFD-315B-4968-86FA-B7D3125F3320}" srcOrd="0" destOrd="0" presId="urn:microsoft.com/office/officeart/2005/8/layout/hList1"/>
    <dgm:cxn modelId="{54CA91AB-2945-4671-8F8F-D3B9E7F5AE51}" type="presParOf" srcId="{7F710124-E259-48A5-9895-471DE20AF50E}" destId="{B357C82A-FE93-416B-AFBF-A74F9E99C4E4}" srcOrd="1" destOrd="4" presId="urn:microsoft.com/office/officeart/2005/8/layout/hList1"/>
    <dgm:cxn modelId="{C35B588D-4B75-488E-949C-1174EDBE67B4}" type="presOf" srcId="{2C0D9F89-7CE9-4195-96AC-FB27D6AA2EF6}" destId="{B357C82A-FE93-416B-AFBF-A74F9E99C4E4}" srcOrd="0" destOrd="0" presId="urn:microsoft.com/office/officeart/2005/8/layout/hList1"/>
    <dgm:cxn modelId="{B942AE12-C20F-478F-B463-4FD2D024629F}" type="presOf" srcId="{568D6D5C-80E8-42EB-A931-2FC9028C0C59}" destId="{B357C82A-FE93-416B-AFBF-A74F9E99C4E4}" srcOrd="0" destOrd="1" presId="urn:microsoft.com/office/officeart/2005/8/layout/hList1"/>
    <dgm:cxn modelId="{3161CBCA-2CB3-40D7-9931-FBBB3EDA7F44}" type="presParOf" srcId="{D5FB6A06-3991-4223-AD64-C4F7F6F4DF69}" destId="{A4662388-F314-4696-998E-C3BF48B48211}" srcOrd="5" destOrd="0" presId="urn:microsoft.com/office/officeart/2005/8/layout/hList1"/>
    <dgm:cxn modelId="{73612F78-57F7-4EF0-9DA2-15C77E517B68}" type="presParOf" srcId="{D5FB6A06-3991-4223-AD64-C4F7F6F4DF69}" destId="{D5F3EAFE-B38A-475A-B1FE-13360F720E90}" srcOrd="6" destOrd="0" presId="urn:microsoft.com/office/officeart/2005/8/layout/hList1"/>
    <dgm:cxn modelId="{CD00CDAC-30D4-41F8-9391-67E7AE534857}" type="presParOf" srcId="{D5F3EAFE-B38A-475A-B1FE-13360F720E90}" destId="{58A2A140-123F-42BA-A21A-5599920D1D61}" srcOrd="0" destOrd="6" presId="urn:microsoft.com/office/officeart/2005/8/layout/hList1"/>
    <dgm:cxn modelId="{62B0FE72-A11A-47DA-A118-331B4C77135E}" type="presOf" srcId="{BEB5D6B3-B1C7-477E-B0F5-22803E7F2B46}" destId="{58A2A140-123F-42BA-A21A-5599920D1D61}" srcOrd="0" destOrd="0" presId="urn:microsoft.com/office/officeart/2005/8/layout/hList1"/>
    <dgm:cxn modelId="{C62B2DFC-38A1-42F1-B1C2-8D847B0EB7A8}" type="presParOf" srcId="{D5F3EAFE-B38A-475A-B1FE-13360F720E90}" destId="{0BACF14B-8CD6-4D92-BF5B-B95E3A65E259}" srcOrd="1" destOrd="6" presId="urn:microsoft.com/office/officeart/2005/8/layout/hList1"/>
    <dgm:cxn modelId="{783E7C88-1B4C-4C2E-9496-352C4B3BC106}" type="presOf" srcId="{9B99C625-4F57-4CE4-BFF2-DEE14B48E5AE}" destId="{0BACF14B-8CD6-4D92-BF5B-B95E3A65E259}" srcOrd="0" destOrd="0" presId="urn:microsoft.com/office/officeart/2005/8/layout/hList1"/>
    <dgm:cxn modelId="{B4475734-8BB0-45BD-AC1A-B42ADFE15EC9}" type="presOf" srcId="{8C0D11F6-5479-4DA1-B681-2504BCF9784A}" destId="{0BACF14B-8CD6-4D92-BF5B-B95E3A65E259}" srcOrd="0" destOrd="1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E15931E-1654-4B73-89B2-8E333D9C42E0}" type="doc">
      <dgm:prSet loTypeId="list" loCatId="list" qsTypeId="urn:microsoft.com/office/officeart/2005/8/quickstyle/simple1" qsCatId="simple" csTypeId="urn:microsoft.com/office/officeart/2005/8/colors/accent5_1" csCatId="accent1" phldr="1"/>
      <dgm:spPr/>
      <dgm:t>
        <a:bodyPr/>
        <a:p>
          <a:endParaRPr lang="zh-CN" altLang="en-US"/>
        </a:p>
      </dgm:t>
    </dgm:pt>
    <dgm:pt modelId="{90DDC401-903F-495B-A387-FFA8A45891F6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400" b="1">
              <a:latin typeface="Times New Roman" panose="02020603050405020304" charset="0"/>
              <a:cs typeface="Times New Roman" panose="02020603050405020304" charset="0"/>
            </a:rPr>
            <a:t>Decision Tree Regressor</a:t>
          </a:r>
          <a:r>
            <a:rPr lang="en-US" altLang="en-GB" sz="2400" b="1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400" b="1">
            <a:latin typeface="Times New Roman" panose="02020603050405020304" charset="0"/>
            <a:cs typeface="Times New Roman" panose="02020603050405020304" charset="0"/>
          </a:endParaRPr>
        </a:p>
      </dgm:t>
    </dgm:pt>
    <dgm:pt modelId="{C8BB0B8A-C63A-4F83-B8DD-3A7CE259E4EE}" cxnId="{8362B4D8-975E-4CD5-856A-B84AA8E2161C}" type="parTrans">
      <dgm:prSet/>
      <dgm:spPr/>
      <dgm:t>
        <a:bodyPr/>
        <a:p>
          <a:endParaRPr lang="zh-CN" altLang="en-US"/>
        </a:p>
      </dgm:t>
    </dgm:pt>
    <dgm:pt modelId="{35E5E878-0907-4014-9CFA-56AEFE6C22E5}" cxnId="{8362B4D8-975E-4CD5-856A-B84AA8E2161C}" type="sibTrans">
      <dgm:prSet/>
      <dgm:spPr/>
      <dgm:t>
        <a:bodyPr/>
        <a:p>
          <a:endParaRPr lang="zh-CN" altLang="en-US"/>
        </a:p>
      </dgm:t>
    </dgm:pt>
    <dgm:pt modelId="{E08CEB0C-E37F-4DCA-A8EA-4B2CD3AD7754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Baseline regression model</a:t>
          </a: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FB4BCC77-44E9-4065-8A2F-90CD32DE34E3}" cxnId="{1237E3A9-87DB-4FB8-969F-A18C355CFF40}" type="parTrans">
      <dgm:prSet/>
      <dgm:spPr/>
      <dgm:t>
        <a:bodyPr/>
        <a:p>
          <a:endParaRPr lang="zh-CN" altLang="en-US"/>
        </a:p>
      </dgm:t>
    </dgm:pt>
    <dgm:pt modelId="{41FED480-3E2E-47A2-B997-02D527BC8082}" cxnId="{1237E3A9-87DB-4FB8-969F-A18C355CFF40}" type="sibTrans">
      <dgm:prSet/>
      <dgm:spPr/>
      <dgm:t>
        <a:bodyPr/>
        <a:p>
          <a:endParaRPr lang="zh-CN" altLang="en-US"/>
        </a:p>
      </dgm:t>
    </dgm:pt>
    <dgm:pt modelId="{A6685E83-BEEC-49B3-B40A-539E2C0D7A1A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400" b="1">
              <a:latin typeface="Times New Roman" panose="02020603050405020304" charset="0"/>
              <a:cs typeface="Times New Roman" panose="02020603050405020304" charset="0"/>
            </a:rPr>
            <a:t>Random Forest Regresso</a:t>
          </a:r>
          <a:r>
            <a:rPr lang="en-US" altLang="en-GB" sz="2400" b="1"/>
            <a:t>r</a:t>
          </a:r>
          <a:r>
            <a:rPr lang="en-US" altLang="en-GB" sz="2400" b="1"/>
            <a:t/>
          </a:r>
          <a:endParaRPr lang="en-US" altLang="en-GB" sz="2400" b="1"/>
        </a:p>
      </dgm:t>
    </dgm:pt>
    <dgm:pt modelId="{FECC43A3-D59E-4EE1-9557-8FBB90D5B362}" cxnId="{EDAF4752-64B8-46E4-9FA6-A598DBC86D84}" type="parTrans">
      <dgm:prSet/>
      <dgm:spPr/>
      <dgm:t>
        <a:bodyPr/>
        <a:p>
          <a:endParaRPr lang="zh-CN" altLang="en-US"/>
        </a:p>
      </dgm:t>
    </dgm:pt>
    <dgm:pt modelId="{68BB6C9A-B7F0-43A0-955B-FC8C4D4009BF}" cxnId="{EDAF4752-64B8-46E4-9FA6-A598DBC86D84}" type="sibTrans">
      <dgm:prSet/>
      <dgm:spPr/>
      <dgm:t>
        <a:bodyPr/>
        <a:p>
          <a:endParaRPr lang="zh-CN" altLang="en-US"/>
        </a:p>
      </dgm:t>
    </dgm:pt>
    <dgm:pt modelId="{CBA50553-63FA-4B5A-9888-EDDBA06CA593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Ensemble of multiple decision trees</a:t>
          </a: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73E2772F-165D-4B56-ACC2-969CBF53B0A8}" cxnId="{8CAC0E7B-81E4-497D-8DF9-5A0EC1317B2B}" type="parTrans">
      <dgm:prSet/>
      <dgm:spPr/>
      <dgm:t>
        <a:bodyPr/>
        <a:p>
          <a:endParaRPr lang="zh-CN" altLang="en-US"/>
        </a:p>
      </dgm:t>
    </dgm:pt>
    <dgm:pt modelId="{7BFD1607-7356-4D3D-A829-75D002A3A4B0}" cxnId="{8CAC0E7B-81E4-497D-8DF9-5A0EC1317B2B}" type="sibTrans">
      <dgm:prSet/>
      <dgm:spPr/>
      <dgm:t>
        <a:bodyPr/>
        <a:p>
          <a:endParaRPr lang="zh-CN" altLang="en-US"/>
        </a:p>
      </dgm:t>
    </dgm:pt>
    <dgm:pt modelId="{C8DDDFA1-AF37-4444-AAEB-D51CEE212719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400" b="1">
              <a:latin typeface="Times New Roman" panose="02020603050405020304" charset="0"/>
              <a:cs typeface="Times New Roman" panose="02020603050405020304" charset="0"/>
            </a:rPr>
            <a:t>Gradient Boosting Regressor</a:t>
          </a:r>
          <a:r>
            <a:rPr lang="en-US" altLang="en-GB" sz="2400" b="1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400" b="1">
            <a:latin typeface="Times New Roman" panose="02020603050405020304" charset="0"/>
            <a:cs typeface="Times New Roman" panose="02020603050405020304" charset="0"/>
          </a:endParaRPr>
        </a:p>
      </dgm:t>
    </dgm:pt>
    <dgm:pt modelId="{26EA520A-5891-4EBA-B2AD-1840663D8C07}" cxnId="{A98A7BA3-6110-4EEE-99FF-AD34788F7D88}" type="parTrans">
      <dgm:prSet/>
      <dgm:spPr/>
      <dgm:t>
        <a:bodyPr/>
        <a:p>
          <a:endParaRPr lang="zh-CN" altLang="en-US"/>
        </a:p>
      </dgm:t>
    </dgm:pt>
    <dgm:pt modelId="{CE2287C8-6424-4771-88FD-4DADE15C5A04}" cxnId="{A98A7BA3-6110-4EEE-99FF-AD34788F7D88}" type="sibTrans">
      <dgm:prSet/>
      <dgm:spPr/>
      <dgm:t>
        <a:bodyPr/>
        <a:p>
          <a:endParaRPr lang="zh-CN" altLang="en-US"/>
        </a:p>
      </dgm:t>
    </dgm:pt>
    <dgm:pt modelId="{5AA02751-379E-46DB-884A-F23ACBC498EE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Sequentially builds trees to improve predictions</a:t>
          </a: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D0D77647-95BE-4607-B2F0-006D9CAB8F0E}" cxnId="{AAE95C68-297E-4BA9-971D-9A64E6F5BFC9}" type="parTrans">
      <dgm:prSet/>
      <dgm:spPr/>
      <dgm:t>
        <a:bodyPr/>
        <a:p>
          <a:endParaRPr lang="zh-CN" altLang="en-US"/>
        </a:p>
      </dgm:t>
    </dgm:pt>
    <dgm:pt modelId="{3DBF6B9F-A188-4D67-ABE8-0633561FA9E5}" cxnId="{AAE95C68-297E-4BA9-971D-9A64E6F5BFC9}" type="sibTrans">
      <dgm:prSet/>
      <dgm:spPr/>
      <dgm:t>
        <a:bodyPr/>
        <a:p>
          <a:endParaRPr lang="zh-CN" altLang="en-US"/>
        </a:p>
      </dgm:t>
    </dgm:pt>
    <dgm:pt modelId="{D5935282-3C7C-4F88-A1AE-C27DB8591514}" type="pres">
      <dgm:prSet presAssocID="{2E15931E-1654-4B73-89B2-8E333D9C42E0}" presName="Name0" presStyleCnt="0">
        <dgm:presLayoutVars>
          <dgm:dir/>
          <dgm:animLvl val="lvl"/>
          <dgm:resizeHandles val="exact"/>
        </dgm:presLayoutVars>
      </dgm:prSet>
      <dgm:spPr/>
    </dgm:pt>
    <dgm:pt modelId="{E61486FD-113E-4C87-8ADF-B1A8E2A84801}" type="pres">
      <dgm:prSet presAssocID="{90DDC401-903F-495B-A387-FFA8A45891F6}" presName="linNode" presStyleCnt="0"/>
      <dgm:spPr/>
    </dgm:pt>
    <dgm:pt modelId="{96BE2B31-D87C-43E1-BE64-4C27B13F4AA4}" type="pres">
      <dgm:prSet presAssocID="{90DDC401-903F-495B-A387-FFA8A45891F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D9406C3-FC80-4468-A55B-122D744D43F0}" type="pres">
      <dgm:prSet presAssocID="{90DDC401-903F-495B-A387-FFA8A45891F6}" presName="descendantText" presStyleLbl="alignAccFollowNode1" presStyleIdx="0" presStyleCnt="3">
        <dgm:presLayoutVars>
          <dgm:bulletEnabled val="1"/>
        </dgm:presLayoutVars>
      </dgm:prSet>
      <dgm:spPr/>
    </dgm:pt>
    <dgm:pt modelId="{F1941F29-E51C-4282-956D-50CFAFAEB9B8}" type="pres">
      <dgm:prSet presAssocID="{35E5E878-0907-4014-9CFA-56AEFE6C22E5}" presName="sp" presStyleCnt="0"/>
      <dgm:spPr/>
    </dgm:pt>
    <dgm:pt modelId="{B589D1EC-5156-4FB2-BB1C-8E1290A868B9}" type="pres">
      <dgm:prSet presAssocID="{A6685E83-BEEC-49B3-B40A-539E2C0D7A1A}" presName="linNode" presStyleCnt="0"/>
      <dgm:spPr/>
    </dgm:pt>
    <dgm:pt modelId="{EBD335B5-8308-49CB-9630-99D852747B1F}" type="pres">
      <dgm:prSet presAssocID="{A6685E83-BEEC-49B3-B40A-539E2C0D7A1A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EB2A58E-CA03-4F76-94B6-D8FE50231963}" type="pres">
      <dgm:prSet presAssocID="{A6685E83-BEEC-49B3-B40A-539E2C0D7A1A}" presName="descendantText" presStyleLbl="alignAccFollowNode1" presStyleIdx="1" presStyleCnt="3">
        <dgm:presLayoutVars>
          <dgm:bulletEnabled val="1"/>
        </dgm:presLayoutVars>
      </dgm:prSet>
      <dgm:spPr/>
    </dgm:pt>
    <dgm:pt modelId="{A76EE5BB-CBA4-4DD9-BFB7-3F3F246C9BF0}" type="pres">
      <dgm:prSet presAssocID="{68BB6C9A-B7F0-43A0-955B-FC8C4D4009BF}" presName="sp" presStyleCnt="0"/>
      <dgm:spPr/>
    </dgm:pt>
    <dgm:pt modelId="{2BB2A428-FB05-47E5-AC5F-C6A7936A9AC0}" type="pres">
      <dgm:prSet presAssocID="{C8DDDFA1-AF37-4444-AAEB-D51CEE212719}" presName="linNode" presStyleCnt="0"/>
      <dgm:spPr/>
    </dgm:pt>
    <dgm:pt modelId="{B093CE78-670B-40EB-95CF-315E334D550F}" type="pres">
      <dgm:prSet presAssocID="{C8DDDFA1-AF37-4444-AAEB-D51CEE212719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64028F0D-BE57-4642-92F7-303D4E45C524}" type="pres">
      <dgm:prSet presAssocID="{C8DDDFA1-AF37-4444-AAEB-D51CEE212719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8362B4D8-975E-4CD5-856A-B84AA8E2161C}" srcId="{2E15931E-1654-4B73-89B2-8E333D9C42E0}" destId="{90DDC401-903F-495B-A387-FFA8A45891F6}" srcOrd="0" destOrd="0" parTransId="{C8BB0B8A-C63A-4F83-B8DD-3A7CE259E4EE}" sibTransId="{35E5E878-0907-4014-9CFA-56AEFE6C22E5}"/>
    <dgm:cxn modelId="{1237E3A9-87DB-4FB8-969F-A18C355CFF40}" srcId="{90DDC401-903F-495B-A387-FFA8A45891F6}" destId="{E08CEB0C-E37F-4DCA-A8EA-4B2CD3AD7754}" srcOrd="0" destOrd="0" parTransId="{FB4BCC77-44E9-4065-8A2F-90CD32DE34E3}" sibTransId="{41FED480-3E2E-47A2-B997-02D527BC8082}"/>
    <dgm:cxn modelId="{EDAF4752-64B8-46E4-9FA6-A598DBC86D84}" srcId="{2E15931E-1654-4B73-89B2-8E333D9C42E0}" destId="{A6685E83-BEEC-49B3-B40A-539E2C0D7A1A}" srcOrd="1" destOrd="0" parTransId="{FECC43A3-D59E-4EE1-9557-8FBB90D5B362}" sibTransId="{68BB6C9A-B7F0-43A0-955B-FC8C4D4009BF}"/>
    <dgm:cxn modelId="{8CAC0E7B-81E4-497D-8DF9-5A0EC1317B2B}" srcId="{A6685E83-BEEC-49B3-B40A-539E2C0D7A1A}" destId="{CBA50553-63FA-4B5A-9888-EDDBA06CA593}" srcOrd="0" destOrd="1" parTransId="{73E2772F-165D-4B56-ACC2-969CBF53B0A8}" sibTransId="{7BFD1607-7356-4D3D-A829-75D002A3A4B0}"/>
    <dgm:cxn modelId="{A98A7BA3-6110-4EEE-99FF-AD34788F7D88}" srcId="{2E15931E-1654-4B73-89B2-8E333D9C42E0}" destId="{C8DDDFA1-AF37-4444-AAEB-D51CEE212719}" srcOrd="2" destOrd="0" parTransId="{26EA520A-5891-4EBA-B2AD-1840663D8C07}" sibTransId="{CE2287C8-6424-4771-88FD-4DADE15C5A04}"/>
    <dgm:cxn modelId="{AAE95C68-297E-4BA9-971D-9A64E6F5BFC9}" srcId="{C8DDDFA1-AF37-4444-AAEB-D51CEE212719}" destId="{5AA02751-379E-46DB-884A-F23ACBC498EE}" srcOrd="0" destOrd="2" parTransId="{D0D77647-95BE-4607-B2F0-006D9CAB8F0E}" sibTransId="{3DBF6B9F-A188-4D67-ABE8-0633561FA9E5}"/>
    <dgm:cxn modelId="{6790288C-9F24-4A21-97B8-52974AC3BD45}" type="presOf" srcId="{2E15931E-1654-4B73-89B2-8E333D9C42E0}" destId="{D5935282-3C7C-4F88-A1AE-C27DB8591514}" srcOrd="0" destOrd="0" presId="urn:microsoft.com/office/officeart/2005/8/layout/vList5"/>
    <dgm:cxn modelId="{A7AAE202-E7BF-4A64-A51B-FF6B73334ACA}" type="presParOf" srcId="{D5935282-3C7C-4F88-A1AE-C27DB8591514}" destId="{E61486FD-113E-4C87-8ADF-B1A8E2A84801}" srcOrd="0" destOrd="0" presId="urn:microsoft.com/office/officeart/2005/8/layout/vList5"/>
    <dgm:cxn modelId="{D7497791-BA4C-4E48-9182-E6B2EA3B7669}" type="presParOf" srcId="{E61486FD-113E-4C87-8ADF-B1A8E2A84801}" destId="{96BE2B31-D87C-43E1-BE64-4C27B13F4AA4}" srcOrd="0" destOrd="0" presId="urn:microsoft.com/office/officeart/2005/8/layout/vList5"/>
    <dgm:cxn modelId="{4B6DE3CF-CD03-4BCA-BD97-890397557A9F}" type="presOf" srcId="{90DDC401-903F-495B-A387-FFA8A45891F6}" destId="{96BE2B31-D87C-43E1-BE64-4C27B13F4AA4}" srcOrd="0" destOrd="0" presId="urn:microsoft.com/office/officeart/2005/8/layout/vList5"/>
    <dgm:cxn modelId="{B6B29E98-9CD1-46E6-AA28-D5A5B8538999}" type="presParOf" srcId="{E61486FD-113E-4C87-8ADF-B1A8E2A84801}" destId="{DD9406C3-FC80-4468-A55B-122D744D43F0}" srcOrd="1" destOrd="0" presId="urn:microsoft.com/office/officeart/2005/8/layout/vList5"/>
    <dgm:cxn modelId="{D32C0FF2-6552-4151-A9BD-8FF608590F04}" type="presOf" srcId="{E08CEB0C-E37F-4DCA-A8EA-4B2CD3AD7754}" destId="{DD9406C3-FC80-4468-A55B-122D744D43F0}" srcOrd="0" destOrd="0" presId="urn:microsoft.com/office/officeart/2005/8/layout/vList5"/>
    <dgm:cxn modelId="{F81785F5-548E-4EBD-8D15-11EC836D90B2}" type="presParOf" srcId="{D5935282-3C7C-4F88-A1AE-C27DB8591514}" destId="{F1941F29-E51C-4282-956D-50CFAFAEB9B8}" srcOrd="1" destOrd="0" presId="urn:microsoft.com/office/officeart/2005/8/layout/vList5"/>
    <dgm:cxn modelId="{E6E95983-B401-4AFC-88CC-F4F4525B69D2}" type="presParOf" srcId="{D5935282-3C7C-4F88-A1AE-C27DB8591514}" destId="{B589D1EC-5156-4FB2-BB1C-8E1290A868B9}" srcOrd="2" destOrd="0" presId="urn:microsoft.com/office/officeart/2005/8/layout/vList5"/>
    <dgm:cxn modelId="{A3D2E19F-3A3E-4562-B349-A6F8DF8DCEB6}" type="presParOf" srcId="{B589D1EC-5156-4FB2-BB1C-8E1290A868B9}" destId="{EBD335B5-8308-49CB-9630-99D852747B1F}" srcOrd="0" destOrd="2" presId="urn:microsoft.com/office/officeart/2005/8/layout/vList5"/>
    <dgm:cxn modelId="{E7F7F641-E3CC-44F5-87F2-B63656122C3D}" type="presOf" srcId="{A6685E83-BEEC-49B3-B40A-539E2C0D7A1A}" destId="{EBD335B5-8308-49CB-9630-99D852747B1F}" srcOrd="0" destOrd="0" presId="urn:microsoft.com/office/officeart/2005/8/layout/vList5"/>
    <dgm:cxn modelId="{F543597F-B5DB-437C-AE97-84819A31DFC4}" type="presParOf" srcId="{B589D1EC-5156-4FB2-BB1C-8E1290A868B9}" destId="{6EB2A58E-CA03-4F76-94B6-D8FE50231963}" srcOrd="1" destOrd="2" presId="urn:microsoft.com/office/officeart/2005/8/layout/vList5"/>
    <dgm:cxn modelId="{F42D72B3-C7FD-441C-8CD7-4FA90CC93728}" type="presOf" srcId="{CBA50553-63FA-4B5A-9888-EDDBA06CA593}" destId="{6EB2A58E-CA03-4F76-94B6-D8FE50231963}" srcOrd="0" destOrd="0" presId="urn:microsoft.com/office/officeart/2005/8/layout/vList5"/>
    <dgm:cxn modelId="{E09279D3-87C1-436F-A0D6-7F55C4FC704D}" type="presParOf" srcId="{D5935282-3C7C-4F88-A1AE-C27DB8591514}" destId="{A76EE5BB-CBA4-4DD9-BFB7-3F3F246C9BF0}" srcOrd="3" destOrd="0" presId="urn:microsoft.com/office/officeart/2005/8/layout/vList5"/>
    <dgm:cxn modelId="{930A4FCA-2F93-481C-B66D-43AC33C33EC7}" type="presParOf" srcId="{D5935282-3C7C-4F88-A1AE-C27DB8591514}" destId="{2BB2A428-FB05-47E5-AC5F-C6A7936A9AC0}" srcOrd="4" destOrd="0" presId="urn:microsoft.com/office/officeart/2005/8/layout/vList5"/>
    <dgm:cxn modelId="{4181ADBF-B4DA-4ED9-B2F4-814F1B31C015}" type="presParOf" srcId="{2BB2A428-FB05-47E5-AC5F-C6A7936A9AC0}" destId="{B093CE78-670B-40EB-95CF-315E334D550F}" srcOrd="0" destOrd="4" presId="urn:microsoft.com/office/officeart/2005/8/layout/vList5"/>
    <dgm:cxn modelId="{6CBC910F-C262-4223-A4AA-A32AD26A0B7B}" type="presOf" srcId="{C8DDDFA1-AF37-4444-AAEB-D51CEE212719}" destId="{B093CE78-670B-40EB-95CF-315E334D550F}" srcOrd="0" destOrd="0" presId="urn:microsoft.com/office/officeart/2005/8/layout/vList5"/>
    <dgm:cxn modelId="{16828130-77C1-4430-BEEF-010120B9B8A9}" type="presParOf" srcId="{2BB2A428-FB05-47E5-AC5F-C6A7936A9AC0}" destId="{64028F0D-BE57-4642-92F7-303D4E45C524}" srcOrd="1" destOrd="4" presId="urn:microsoft.com/office/officeart/2005/8/layout/vList5"/>
    <dgm:cxn modelId="{1043B66C-8F5E-4C0B-B7D8-CE5AD3CFA44F}" type="presOf" srcId="{5AA02751-379E-46DB-884A-F23ACBC498EE}" destId="{64028F0D-BE57-4642-92F7-303D4E45C52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8FBB7B-694A-47BF-865D-2F44C1051453}" type="doc">
      <dgm:prSet loTypeId="list" loCatId="list" qsTypeId="urn:microsoft.com/office/officeart/2005/8/quickstyle/simple1" qsCatId="simple" csTypeId="urn:microsoft.com/office/officeart/2005/8/colors/accent5_1" csCatId="accent1" phldr="0"/>
      <dgm:spPr/>
      <dgm:t>
        <a:bodyPr/>
        <a:p>
          <a:endParaRPr lang="zh-CN" altLang="en-US"/>
        </a:p>
      </dgm:t>
    </dgm:pt>
    <dgm:pt modelId="{BD5427FF-4EB1-4006-BF7F-42158E0C5129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400" b="1">
              <a:latin typeface="Times New Roman" panose="02020603050405020304" charset="0"/>
              <a:cs typeface="Times New Roman" panose="02020603050405020304" charset="0"/>
            </a:rPr>
            <a:t>Model Evaluation</a:t>
          </a:r>
          <a:r>
            <a:rPr lang="en-US" altLang="en-GB" sz="2400" b="1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400" b="1">
            <a:latin typeface="Times New Roman" panose="02020603050405020304" charset="0"/>
            <a:cs typeface="Times New Roman" panose="02020603050405020304" charset="0"/>
          </a:endParaRPr>
        </a:p>
      </dgm:t>
    </dgm:pt>
    <dgm:pt modelId="{A2F6D805-3B53-408A-A2A3-20BC3BF0D242}" cxnId="{FF09CBC6-A011-4609-8D8E-E86E38150F1E}" type="parTrans">
      <dgm:prSet/>
      <dgm:spPr/>
      <dgm:t>
        <a:bodyPr/>
        <a:p>
          <a:endParaRPr lang="zh-CN" altLang="en-US"/>
        </a:p>
      </dgm:t>
    </dgm:pt>
    <dgm:pt modelId="{D47F9812-1256-4E44-A6BE-BEC559BE8FF3}" cxnId="{FF09CBC6-A011-4609-8D8E-E86E38150F1E}" type="sibTrans">
      <dgm:prSet/>
      <dgm:spPr/>
      <dgm:t>
        <a:bodyPr/>
        <a:p>
          <a:endParaRPr lang="zh-CN" altLang="en-US"/>
        </a:p>
      </dgm:t>
    </dgm:pt>
    <dgm:pt modelId="{3A7B819B-DBE9-4610-B22A-5573EA6D532D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MAE </a:t>
          </a: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—</a:t>
          </a: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 Mean Absolute Error</a:t>
          </a: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DC4BEA23-BF6E-42AD-9BF0-CFBDE86A80F1}" cxnId="{72C70DB9-4AA3-43DC-966A-72826D944E5C}" type="parTrans">
      <dgm:prSet/>
      <dgm:spPr/>
      <dgm:t>
        <a:bodyPr/>
        <a:p>
          <a:endParaRPr lang="zh-CN" altLang="en-US"/>
        </a:p>
      </dgm:t>
    </dgm:pt>
    <dgm:pt modelId="{0BF6ACD3-AE1A-4691-8CBE-DBE77AB8A685}" cxnId="{72C70DB9-4AA3-43DC-966A-72826D944E5C}" type="sibTrans">
      <dgm:prSet/>
      <dgm:spPr/>
      <dgm:t>
        <a:bodyPr/>
        <a:p>
          <a:endParaRPr lang="zh-CN" altLang="en-US"/>
        </a:p>
      </dgm:t>
    </dgm:pt>
    <dgm:pt modelId="{82DA7DFE-9F62-41D7-BEDC-8860FB6397B8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RMSE </a:t>
          </a: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—</a:t>
          </a: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 Root Mean Squared Error</a:t>
          </a:r>
          <a:r>
            <a:rPr lang="zh-CN" altLang="en-US" sz="2400">
              <a:latin typeface="Times New Roman" panose="02020603050405020304" charset="0"/>
              <a:cs typeface="Times New Roman" panose="02020603050405020304" charset="0"/>
            </a:rPr>
            <a:t/>
          </a:r>
          <a:endParaRPr lang="zh-CN" altLang="en-US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D2E76E55-E2FB-4BC9-9A1E-D6004D11CA81}" cxnId="{7BA4F559-7F13-47AA-BE04-86CD181CB4C2}" type="parTrans">
      <dgm:prSet/>
      <dgm:spPr/>
    </dgm:pt>
    <dgm:pt modelId="{F7517662-7CBA-4937-9E5B-67FED0A2ADD4}" cxnId="{7BA4F559-7F13-47AA-BE04-86CD181CB4C2}" type="sibTrans">
      <dgm:prSet/>
      <dgm:spPr/>
    </dgm:pt>
    <dgm:pt modelId="{D5FB6A06-3991-4223-AD64-C4F7F6F4DF69}" type="pres">
      <dgm:prSet presAssocID="{468FBB7B-694A-47BF-865D-2F44C1051453}" presName="Name0" presStyleCnt="0">
        <dgm:presLayoutVars>
          <dgm:dir/>
          <dgm:animLvl val="lvl"/>
          <dgm:resizeHandles val="exact"/>
        </dgm:presLayoutVars>
      </dgm:prSet>
      <dgm:spPr/>
    </dgm:pt>
    <dgm:pt modelId="{5EB24CCF-928A-4018-A934-89F31F564A83}" type="pres">
      <dgm:prSet presAssocID="{BD5427FF-4EB1-4006-BF7F-42158E0C5129}" presName="composite" presStyleCnt="0"/>
      <dgm:spPr/>
    </dgm:pt>
    <dgm:pt modelId="{5D9704F8-5A95-419F-B794-1E2F82666BDB}" type="pres">
      <dgm:prSet presAssocID="{BD5427FF-4EB1-4006-BF7F-42158E0C5129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C0A6D3D8-DBC2-45B6-8DEF-789A72552BB4}" type="pres">
      <dgm:prSet presAssocID="{BD5427FF-4EB1-4006-BF7F-42158E0C5129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FF09CBC6-A011-4609-8D8E-E86E38150F1E}" srcId="{468FBB7B-694A-47BF-865D-2F44C1051453}" destId="{BD5427FF-4EB1-4006-BF7F-42158E0C5129}" srcOrd="0" destOrd="0" parTransId="{A2F6D805-3B53-408A-A2A3-20BC3BF0D242}" sibTransId="{D47F9812-1256-4E44-A6BE-BEC559BE8FF3}"/>
    <dgm:cxn modelId="{72C70DB9-4AA3-43DC-966A-72826D944E5C}" srcId="{BD5427FF-4EB1-4006-BF7F-42158E0C5129}" destId="{3A7B819B-DBE9-4610-B22A-5573EA6D532D}" srcOrd="0" destOrd="0" parTransId="{DC4BEA23-BF6E-42AD-9BF0-CFBDE86A80F1}" sibTransId="{0BF6ACD3-AE1A-4691-8CBE-DBE77AB8A685}"/>
    <dgm:cxn modelId="{7BA4F559-7F13-47AA-BE04-86CD181CB4C2}" srcId="{BD5427FF-4EB1-4006-BF7F-42158E0C5129}" destId="{82DA7DFE-9F62-41D7-BEDC-8860FB6397B8}" srcOrd="1" destOrd="0" parTransId="{D2E76E55-E2FB-4BC9-9A1E-D6004D11CA81}" sibTransId="{F7517662-7CBA-4937-9E5B-67FED0A2ADD4}"/>
    <dgm:cxn modelId="{D724F544-6549-4622-8E37-E1EFE322EDF0}" type="presOf" srcId="{468FBB7B-694A-47BF-865D-2F44C1051453}" destId="{D5FB6A06-3991-4223-AD64-C4F7F6F4DF69}" srcOrd="0" destOrd="0" presId="urn:microsoft.com/office/officeart/2005/8/layout/hList1"/>
    <dgm:cxn modelId="{A7B0BA93-44A0-45D3-BC09-1117C782ACDA}" type="presParOf" srcId="{D5FB6A06-3991-4223-AD64-C4F7F6F4DF69}" destId="{5EB24CCF-928A-4018-A934-89F31F564A83}" srcOrd="0" destOrd="0" presId="urn:microsoft.com/office/officeart/2005/8/layout/hList1"/>
    <dgm:cxn modelId="{F72DD118-24E5-4353-A0D1-281FF39CFE1A}" type="presParOf" srcId="{5EB24CCF-928A-4018-A934-89F31F564A83}" destId="{5D9704F8-5A95-419F-B794-1E2F82666BDB}" srcOrd="0" destOrd="0" presId="urn:microsoft.com/office/officeart/2005/8/layout/hList1"/>
    <dgm:cxn modelId="{C13F4F1D-7697-4732-ABCA-CFF8EAAF8D92}" type="presOf" srcId="{BD5427FF-4EB1-4006-BF7F-42158E0C5129}" destId="{5D9704F8-5A95-419F-B794-1E2F82666BDB}" srcOrd="0" destOrd="0" presId="urn:microsoft.com/office/officeart/2005/8/layout/hList1"/>
    <dgm:cxn modelId="{F5DF9305-BB80-48C0-B010-55C7C8806CB0}" type="presParOf" srcId="{5EB24CCF-928A-4018-A934-89F31F564A83}" destId="{C0A6D3D8-DBC2-45B6-8DEF-789A72552BB4}" srcOrd="1" destOrd="0" presId="urn:microsoft.com/office/officeart/2005/8/layout/hList1"/>
    <dgm:cxn modelId="{45446D63-BFAB-4C4B-A0BE-6633E7E94D4E}" type="presOf" srcId="{3A7B819B-DBE9-4610-B22A-5573EA6D532D}" destId="{C0A6D3D8-DBC2-45B6-8DEF-789A72552BB4}" srcOrd="0" destOrd="0" presId="urn:microsoft.com/office/officeart/2005/8/layout/hList1"/>
    <dgm:cxn modelId="{B4C8208E-A1D4-4AC8-A5ED-ACA5006D56F8}" type="presOf" srcId="{82DA7DFE-9F62-41D7-BEDC-8860FB6397B8}" destId="{C0A6D3D8-DBC2-45B6-8DEF-789A72552BB4}" srcOrd="0" destOrd="1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8FBB7B-694A-47BF-865D-2F44C1051453}" type="doc">
      <dgm:prSet loTypeId="list" loCatId="list" qsTypeId="urn:microsoft.com/office/officeart/2005/8/quickstyle/simple1" qsCatId="simple" csTypeId="urn:microsoft.com/office/officeart/2005/8/colors/accent5_1" csCatId="accent1" phldr="0"/>
      <dgm:spPr/>
      <dgm:t>
        <a:bodyPr/>
        <a:p>
          <a:endParaRPr lang="zh-CN" altLang="en-US"/>
        </a:p>
      </dgm:t>
    </dgm:pt>
    <dgm:pt modelId="{BD5427FF-4EB1-4006-BF7F-42158E0C5129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400" b="1">
              <a:latin typeface="Times New Roman" panose="02020603050405020304" charset="0"/>
              <a:cs typeface="Times New Roman" panose="02020603050405020304" charset="0"/>
            </a:rPr>
            <a:t>Hyperparameter Tuning</a:t>
          </a:r>
          <a:r>
            <a:rPr lang="en-US" altLang="en-GB" sz="2400" b="1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400" b="1">
            <a:latin typeface="Times New Roman" panose="02020603050405020304" charset="0"/>
            <a:cs typeface="Times New Roman" panose="02020603050405020304" charset="0"/>
          </a:endParaRPr>
        </a:p>
      </dgm:t>
    </dgm:pt>
    <dgm:pt modelId="{A2F6D805-3B53-408A-A2A3-20BC3BF0D242}" cxnId="{8258831F-4A26-4719-8D9C-4450F87EA87E}" type="parTrans">
      <dgm:prSet/>
      <dgm:spPr/>
      <dgm:t>
        <a:bodyPr/>
        <a:p>
          <a:endParaRPr lang="zh-CN" altLang="en-US"/>
        </a:p>
      </dgm:t>
    </dgm:pt>
    <dgm:pt modelId="{D47F9812-1256-4E44-A6BE-BEC559BE8FF3}" cxnId="{8258831F-4A26-4719-8D9C-4450F87EA87E}" type="sibTrans">
      <dgm:prSet/>
      <dgm:spPr/>
      <dgm:t>
        <a:bodyPr/>
        <a:p>
          <a:endParaRPr lang="zh-CN" altLang="en-US"/>
        </a:p>
      </dgm:t>
    </dgm:pt>
    <dgm:pt modelId="{3A7B819B-DBE9-4610-B22A-5573EA6D532D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Tested selected hyperparameter values</a:t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DC4BEA23-BF6E-42AD-9BF0-CFBDE86A80F1}" cxnId="{B1706051-9023-4911-8B1F-0E656E2E8C7B}" type="parTrans">
      <dgm:prSet/>
      <dgm:spPr/>
      <dgm:t>
        <a:bodyPr/>
        <a:p>
          <a:endParaRPr lang="zh-CN" altLang="en-US"/>
        </a:p>
      </dgm:t>
    </dgm:pt>
    <dgm:pt modelId="{0BF6ACD3-AE1A-4691-8CBE-DBE77AB8A685}" cxnId="{B1706051-9023-4911-8B1F-0E656E2E8C7B}" type="sibTrans">
      <dgm:prSet/>
      <dgm:spPr/>
      <dgm:t>
        <a:bodyPr/>
        <a:p>
          <a:endParaRPr lang="zh-CN" altLang="en-US"/>
        </a:p>
      </dgm:t>
    </dgm:pt>
    <dgm:pt modelId="{EED72653-E6AD-4FF7-8138-4E6BB0A2DB99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Compared validation MAE/RMSE</a:t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A6A82716-3618-48B3-89BD-6A2C3A64775E}" cxnId="{CA13B79F-7131-4F88-9AE6-D00C4147118D}" type="parTrans">
      <dgm:prSet/>
      <dgm:spPr/>
    </dgm:pt>
    <dgm:pt modelId="{254C64FB-1D82-4E09-A7D2-59A2AF5CCE98}" cxnId="{CA13B79F-7131-4F88-9AE6-D00C4147118D}" type="sibTrans">
      <dgm:prSet/>
      <dgm:spPr/>
    </dgm:pt>
    <dgm:pt modelId="{3150A2BE-444A-448A-A3E6-7AFCDB590995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Used the better-performing configuration for final model training</a:t>
          </a: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FAD27529-DD75-49AA-8BE4-3B42D0D9B5A9}" cxnId="{11C1A4EA-425F-46A7-9254-FAB64B0F1CC5}" type="parTrans">
      <dgm:prSet/>
      <dgm:spPr/>
    </dgm:pt>
    <dgm:pt modelId="{BD31F2A0-2925-4FAE-B503-D56D84CECDC3}" cxnId="{11C1A4EA-425F-46A7-9254-FAB64B0F1CC5}" type="sibTrans">
      <dgm:prSet/>
      <dgm:spPr/>
    </dgm:pt>
    <dgm:pt modelId="{D5FB6A06-3991-4223-AD64-C4F7F6F4DF69}" type="pres">
      <dgm:prSet presAssocID="{468FBB7B-694A-47BF-865D-2F44C1051453}" presName="Name0" presStyleCnt="0">
        <dgm:presLayoutVars>
          <dgm:dir/>
          <dgm:animLvl val="lvl"/>
          <dgm:resizeHandles val="exact"/>
        </dgm:presLayoutVars>
      </dgm:prSet>
      <dgm:spPr/>
    </dgm:pt>
    <dgm:pt modelId="{5EB24CCF-928A-4018-A934-89F31F564A83}" type="pres">
      <dgm:prSet presAssocID="{BD5427FF-4EB1-4006-BF7F-42158E0C5129}" presName="composite" presStyleCnt="0"/>
      <dgm:spPr/>
    </dgm:pt>
    <dgm:pt modelId="{5D9704F8-5A95-419F-B794-1E2F82666BDB}" type="pres">
      <dgm:prSet presAssocID="{BD5427FF-4EB1-4006-BF7F-42158E0C5129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C0A6D3D8-DBC2-45B6-8DEF-789A72552BB4}" type="pres">
      <dgm:prSet presAssocID="{BD5427FF-4EB1-4006-BF7F-42158E0C5129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8258831F-4A26-4719-8D9C-4450F87EA87E}" srcId="{468FBB7B-694A-47BF-865D-2F44C1051453}" destId="{BD5427FF-4EB1-4006-BF7F-42158E0C5129}" srcOrd="0" destOrd="0" parTransId="{A2F6D805-3B53-408A-A2A3-20BC3BF0D242}" sibTransId="{D47F9812-1256-4E44-A6BE-BEC559BE8FF3}"/>
    <dgm:cxn modelId="{B1706051-9023-4911-8B1F-0E656E2E8C7B}" srcId="{BD5427FF-4EB1-4006-BF7F-42158E0C5129}" destId="{3A7B819B-DBE9-4610-B22A-5573EA6D532D}" srcOrd="0" destOrd="0" parTransId="{DC4BEA23-BF6E-42AD-9BF0-CFBDE86A80F1}" sibTransId="{0BF6ACD3-AE1A-4691-8CBE-DBE77AB8A685}"/>
    <dgm:cxn modelId="{CA13B79F-7131-4F88-9AE6-D00C4147118D}" srcId="{BD5427FF-4EB1-4006-BF7F-42158E0C5129}" destId="{EED72653-E6AD-4FF7-8138-4E6BB0A2DB99}" srcOrd="1" destOrd="0" parTransId="{A6A82716-3618-48B3-89BD-6A2C3A64775E}" sibTransId="{254C64FB-1D82-4E09-A7D2-59A2AF5CCE98}"/>
    <dgm:cxn modelId="{11C1A4EA-425F-46A7-9254-FAB64B0F1CC5}" srcId="{BD5427FF-4EB1-4006-BF7F-42158E0C5129}" destId="{3150A2BE-444A-448A-A3E6-7AFCDB590995}" srcOrd="2" destOrd="0" parTransId="{FAD27529-DD75-49AA-8BE4-3B42D0D9B5A9}" sibTransId="{BD31F2A0-2925-4FAE-B503-D56D84CECDC3}"/>
    <dgm:cxn modelId="{FF76A67C-5697-41DA-A7E5-F5ADA7B29532}" type="presOf" srcId="{468FBB7B-694A-47BF-865D-2F44C1051453}" destId="{D5FB6A06-3991-4223-AD64-C4F7F6F4DF69}" srcOrd="0" destOrd="0" presId="urn:microsoft.com/office/officeart/2005/8/layout/hList1"/>
    <dgm:cxn modelId="{734C43D3-CF0B-4F08-B204-4D9A1F68E522}" type="presParOf" srcId="{D5FB6A06-3991-4223-AD64-C4F7F6F4DF69}" destId="{5EB24CCF-928A-4018-A934-89F31F564A83}" srcOrd="0" destOrd="0" presId="urn:microsoft.com/office/officeart/2005/8/layout/hList1"/>
    <dgm:cxn modelId="{1BC91567-549D-4550-BE88-6924D5650EA8}" type="presParOf" srcId="{5EB24CCF-928A-4018-A934-89F31F564A83}" destId="{5D9704F8-5A95-419F-B794-1E2F82666BDB}" srcOrd="0" destOrd="0" presId="urn:microsoft.com/office/officeart/2005/8/layout/hList1"/>
    <dgm:cxn modelId="{B9BD1CF7-2CD8-4D48-B529-2A9D250EE9AA}" type="presOf" srcId="{BD5427FF-4EB1-4006-BF7F-42158E0C5129}" destId="{5D9704F8-5A95-419F-B794-1E2F82666BDB}" srcOrd="0" destOrd="0" presId="urn:microsoft.com/office/officeart/2005/8/layout/hList1"/>
    <dgm:cxn modelId="{A28469CE-71A2-4BA3-A601-3DCB6F9A58EE}" type="presParOf" srcId="{5EB24CCF-928A-4018-A934-89F31F564A83}" destId="{C0A6D3D8-DBC2-45B6-8DEF-789A72552BB4}" srcOrd="1" destOrd="0" presId="urn:microsoft.com/office/officeart/2005/8/layout/hList1"/>
    <dgm:cxn modelId="{64C9E8FD-B8B0-4F44-A335-3FA9B2B3DBD9}" type="presOf" srcId="{3A7B819B-DBE9-4610-B22A-5573EA6D532D}" destId="{C0A6D3D8-DBC2-45B6-8DEF-789A72552BB4}" srcOrd="0" destOrd="0" presId="urn:microsoft.com/office/officeart/2005/8/layout/hList1"/>
    <dgm:cxn modelId="{CE485FFD-A8A5-4709-A70C-3DDFF23C92A9}" type="presOf" srcId="{EED72653-E6AD-4FF7-8138-4E6BB0A2DB99}" destId="{C0A6D3D8-DBC2-45B6-8DEF-789A72552BB4}" srcOrd="0" destOrd="1" presId="urn:microsoft.com/office/officeart/2005/8/layout/hList1"/>
    <dgm:cxn modelId="{0DD2BA9B-578D-4E87-9CFE-02D5441D0332}" type="presOf" srcId="{3150A2BE-444A-448A-A3E6-7AFCDB590995}" destId="{C0A6D3D8-DBC2-45B6-8DEF-789A72552BB4}" srcOrd="0" destOrd="2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68FBB7B-694A-47BF-865D-2F44C1051453}" type="doc">
      <dgm:prSet loTypeId="list" loCatId="list" qsTypeId="urn:microsoft.com/office/officeart/2005/8/quickstyle/simple1" qsCatId="simple" csTypeId="urn:microsoft.com/office/officeart/2005/8/colors/accent5_1" csCatId="accent1" phldr="0"/>
      <dgm:spPr/>
      <dgm:t>
        <a:bodyPr/>
        <a:p>
          <a:endParaRPr lang="zh-CN" altLang="en-US"/>
        </a:p>
      </dgm:t>
    </dgm:pt>
    <dgm:pt modelId="{BD5427FF-4EB1-4006-BF7F-42158E0C5129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600">
              <a:latin typeface="Times New Roman" panose="02020603050405020304" charset="0"/>
              <a:cs typeface="Times New Roman" panose="02020603050405020304" charset="0"/>
            </a:rPr>
            <a:t>NASA Test Data</a:t>
          </a:r>
          <a:r>
            <a:rPr lang="en-US" altLang="en-GB" sz="2600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600">
            <a:latin typeface="Times New Roman" panose="02020603050405020304" charset="0"/>
            <a:cs typeface="Times New Roman" panose="02020603050405020304" charset="0"/>
          </a:endParaRPr>
        </a:p>
      </dgm:t>
    </dgm:pt>
    <dgm:pt modelId="{A2F6D805-3B53-408A-A2A3-20BC3BF0D242}" cxnId="{9FF885EC-FE55-4712-8CAE-F2FA8AF50A80}" type="parTrans">
      <dgm:prSet/>
      <dgm:spPr/>
      <dgm:t>
        <a:bodyPr/>
        <a:p>
          <a:endParaRPr lang="zh-CN" altLang="en-US"/>
        </a:p>
      </dgm:t>
    </dgm:pt>
    <dgm:pt modelId="{D47F9812-1256-4E44-A6BE-BEC559BE8FF3}" cxnId="{9FF885EC-FE55-4712-8CAE-F2FA8AF50A80}" type="sibTrans">
      <dgm:prSet/>
      <dgm:spPr/>
      <dgm:t>
        <a:bodyPr/>
        <a:p>
          <a:endParaRPr lang="zh-CN" altLang="en-US"/>
        </a:p>
      </dgm:t>
    </dgm:pt>
    <dgm:pt modelId="{3A7B819B-DBE9-4610-B22A-5573EA6D532D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Select FD001</a:t>
          </a: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–</a:t>
          </a: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FD004 dataset</a:t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DC4BEA23-BF6E-42AD-9BF0-CFBDE86A80F1}" cxnId="{B80D7145-E513-4951-8C06-09A4932FF90E}" type="parTrans">
      <dgm:prSet/>
      <dgm:spPr/>
      <dgm:t>
        <a:bodyPr/>
        <a:p>
          <a:endParaRPr lang="zh-CN" altLang="en-US"/>
        </a:p>
      </dgm:t>
    </dgm:pt>
    <dgm:pt modelId="{0BF6ACD3-AE1A-4691-8CBE-DBE77AB8A685}" cxnId="{B80D7145-E513-4951-8C06-09A4932FF90E}" type="sibTrans">
      <dgm:prSet/>
      <dgm:spPr/>
      <dgm:t>
        <a:bodyPr/>
        <a:p>
          <a:endParaRPr lang="zh-CN" altLang="en-US"/>
        </a:p>
      </dgm:t>
    </dgm:pt>
    <dgm:pt modelId="{E2EB83A3-7FED-48F1-9069-F404C465F72A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Select a specific engine</a:t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4C28335F-059B-4E84-A6E4-60C96C946A13}" cxnId="{DBCD22C1-E028-4C36-BF3D-0713C14E76A2}" type="parTrans">
      <dgm:prSet/>
      <dgm:spPr/>
    </dgm:pt>
    <dgm:pt modelId="{3ADC0E57-90D4-4F52-8FDD-F5A6CDB291E2}" cxnId="{DBCD22C1-E028-4C36-BF3D-0713C14E76A2}" type="sibTrans">
      <dgm:prSet/>
      <dgm:spPr/>
    </dgm:pt>
    <dgm:pt modelId="{E9712EC2-A2F3-4EC9-B7CD-4865C9BDE1E4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Use the engine's final observed cycle</a:t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ABFB15CA-D373-47F5-B4A9-D24F01A67C22}" cxnId="{C9EB8172-F967-490B-A505-3FEDF3654229}" type="parTrans">
      <dgm:prSet/>
      <dgm:spPr/>
    </dgm:pt>
    <dgm:pt modelId="{6B8DAEEB-C87B-430D-AD6C-906C3FF18FFB}" cxnId="{C9EB8172-F967-490B-A505-3FEDF3654229}" type="sibTrans">
      <dgm:prSet/>
      <dgm:spPr/>
    </dgm:pt>
    <dgm:pt modelId="{6B676FA5-4ABE-46D8-84FF-96B103423DA2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Generate the predicted RUL</a:t>
          </a: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1903D316-4FF5-46C2-8F09-760F47CF1C90}" cxnId="{90FBE0F4-94E8-44D6-B170-5FE4C983CBE1}" type="parTrans">
      <dgm:prSet/>
      <dgm:spPr/>
    </dgm:pt>
    <dgm:pt modelId="{7FA646CA-1307-41E2-9EF0-2D91D9584AD5}" cxnId="{90FBE0F4-94E8-44D6-B170-5FE4C983CBE1}" type="sibTrans">
      <dgm:prSet/>
      <dgm:spPr/>
    </dgm:pt>
    <dgm:pt modelId="{FE969E54-0D5D-4815-BDC4-3309E2F7325D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600">
              <a:latin typeface="Times New Roman" panose="02020603050405020304" charset="0"/>
              <a:cs typeface="Times New Roman" panose="02020603050405020304" charset="0"/>
            </a:rPr>
            <a:t>Manual Prediction</a:t>
          </a:r>
          <a:r>
            <a:rPr lang="en-US" altLang="en-GB" sz="2600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600">
            <a:latin typeface="Times New Roman" panose="02020603050405020304" charset="0"/>
            <a:cs typeface="Times New Roman" panose="02020603050405020304" charset="0"/>
          </a:endParaRPr>
        </a:p>
      </dgm:t>
    </dgm:pt>
    <dgm:pt modelId="{B5D9FB86-EEBE-488F-B7DE-B7CF5C9166C5}" cxnId="{B81F2C1C-D39B-4EDB-B46B-4A9EC8C562BD}" type="parTrans">
      <dgm:prSet/>
      <dgm:spPr/>
      <dgm:t>
        <a:bodyPr/>
        <a:p>
          <a:endParaRPr lang="zh-CN" altLang="en-US"/>
        </a:p>
      </dgm:t>
    </dgm:pt>
    <dgm:pt modelId="{D7D19B67-C01A-45D3-B5C7-B7E1B18A9F62}" cxnId="{B81F2C1C-D39B-4EDB-B46B-4A9EC8C562BD}" type="sibTrans">
      <dgm:prSet/>
      <dgm:spPr/>
      <dgm:t>
        <a:bodyPr/>
        <a:p>
          <a:endParaRPr lang="zh-CN" altLang="en-US"/>
        </a:p>
      </dgm:t>
    </dgm:pt>
    <dgm:pt modelId="{35600F67-42C2-4D1B-B072-DC2A36FCB136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Enter current sensor measurements</a:t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B4BC79E1-FDBA-43D1-A988-1BE8090EDA7A}" cxnId="{2F2FD639-47D2-44CF-B50C-787BCAFB7F10}" type="parTrans">
      <dgm:prSet/>
      <dgm:spPr/>
      <dgm:t>
        <a:bodyPr/>
        <a:p>
          <a:endParaRPr lang="zh-CN" altLang="en-US"/>
        </a:p>
      </dgm:t>
    </dgm:pt>
    <dgm:pt modelId="{AD46A0AA-C45A-46D2-89AF-28390F99F9D0}" cxnId="{2F2FD639-47D2-44CF-B50C-787BCAFB7F10}" type="sibTrans">
      <dgm:prSet/>
      <dgm:spPr/>
      <dgm:t>
        <a:bodyPr/>
        <a:p>
          <a:endParaRPr lang="zh-CN" altLang="en-US"/>
        </a:p>
      </dgm:t>
    </dgm:pt>
    <dgm:pt modelId="{73BEA647-40EF-4143-A233-B7D03D60BFA9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Provide operating-condition values</a:t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884F0DF7-F245-43EF-A80C-6929BA5BBC69}" cxnId="{E9BC4E36-BBFC-4EAE-9909-533AFCAFC7DF}" type="parTrans">
      <dgm:prSet/>
      <dgm:spPr/>
    </dgm:pt>
    <dgm:pt modelId="{17F6F4E3-BAC2-41D7-A561-0BF4591504AF}" cxnId="{E9BC4E36-BBFC-4EAE-9909-533AFCAFC7DF}" type="sibTrans">
      <dgm:prSet/>
      <dgm:spPr/>
    </dgm:pt>
    <dgm:pt modelId="{28098943-ACAA-47C5-BFF5-8C95899ECFE8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Generate an estimated RUL</a:t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6B525546-8C1B-4768-9550-DA24767F92BE}" cxnId="{16A11FFD-7708-4AF9-A2A4-1DFC1B7DB360}" type="parTrans">
      <dgm:prSet/>
      <dgm:spPr/>
    </dgm:pt>
    <dgm:pt modelId="{06DBBA52-BDEA-4F26-AFFA-D62BD201AA5C}" cxnId="{16A11FFD-7708-4AF9-A2A4-1DFC1B7DB360}" type="sibTrans">
      <dgm:prSet/>
      <dgm:spPr/>
    </dgm:pt>
    <dgm:pt modelId="{A52F9162-1359-4637-BC54-F8AA2FEA9E78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>Example: 122.71 cycles</a:t>
          </a:r>
          <a:r>
            <a:rPr lang="en-US" altLang="en-GB" sz="2400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B6C7E471-4E6A-4CA6-847E-C3B1882E147D}" cxnId="{280F4FE7-E5F1-42DC-BA2B-CCD139C29B12}" type="parTrans">
      <dgm:prSet/>
      <dgm:spPr/>
    </dgm:pt>
    <dgm:pt modelId="{E3D0A8CE-7EC0-4E7E-B146-FDE5D4D814BB}" cxnId="{280F4FE7-E5F1-42DC-BA2B-CCD139C29B12}" type="sibTrans">
      <dgm:prSet/>
      <dgm:spPr/>
    </dgm:pt>
    <dgm:pt modelId="{D5FB6A06-3991-4223-AD64-C4F7F6F4DF69}" type="pres">
      <dgm:prSet presAssocID="{468FBB7B-694A-47BF-865D-2F44C1051453}" presName="Name0" presStyleCnt="0">
        <dgm:presLayoutVars>
          <dgm:dir/>
          <dgm:animLvl val="lvl"/>
          <dgm:resizeHandles val="exact"/>
        </dgm:presLayoutVars>
      </dgm:prSet>
      <dgm:spPr/>
    </dgm:pt>
    <dgm:pt modelId="{5EB24CCF-928A-4018-A934-89F31F564A83}" type="pres">
      <dgm:prSet presAssocID="{BD5427FF-4EB1-4006-BF7F-42158E0C5129}" presName="composite" presStyleCnt="0"/>
      <dgm:spPr/>
    </dgm:pt>
    <dgm:pt modelId="{5D9704F8-5A95-419F-B794-1E2F82666BDB}" type="pres">
      <dgm:prSet presAssocID="{BD5427FF-4EB1-4006-BF7F-42158E0C512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C0A6D3D8-DBC2-45B6-8DEF-789A72552BB4}" type="pres">
      <dgm:prSet presAssocID="{BD5427FF-4EB1-4006-BF7F-42158E0C5129}" presName="desTx" presStyleLbl="alignAccFollowNode1" presStyleIdx="0" presStyleCnt="2">
        <dgm:presLayoutVars>
          <dgm:bulletEnabled val="1"/>
        </dgm:presLayoutVars>
      </dgm:prSet>
      <dgm:spPr/>
    </dgm:pt>
    <dgm:pt modelId="{C4F6D2AE-A2A5-43DC-B705-8E8ECE0E1613}" type="pres">
      <dgm:prSet presAssocID="{D47F9812-1256-4E44-A6BE-BEC559BE8FF3}" presName="space" presStyleCnt="0"/>
      <dgm:spPr/>
    </dgm:pt>
    <dgm:pt modelId="{C1832C44-4F6B-4ABA-88DC-7D5A80779E4B}" type="pres">
      <dgm:prSet presAssocID="{FE969E54-0D5D-4815-BDC4-3309E2F7325D}" presName="composite" presStyleCnt="0"/>
      <dgm:spPr/>
    </dgm:pt>
    <dgm:pt modelId="{3E0BA246-3456-471B-AD87-1436FD251DD8}" type="pres">
      <dgm:prSet presAssocID="{FE969E54-0D5D-4815-BDC4-3309E2F7325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33CF15AD-8A19-4E9A-9BED-239A79CAF737}" type="pres">
      <dgm:prSet presAssocID="{FE969E54-0D5D-4815-BDC4-3309E2F7325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9FF885EC-FE55-4712-8CAE-F2FA8AF50A80}" srcId="{468FBB7B-694A-47BF-865D-2F44C1051453}" destId="{BD5427FF-4EB1-4006-BF7F-42158E0C5129}" srcOrd="0" destOrd="0" parTransId="{A2F6D805-3B53-408A-A2A3-20BC3BF0D242}" sibTransId="{D47F9812-1256-4E44-A6BE-BEC559BE8FF3}"/>
    <dgm:cxn modelId="{B80D7145-E513-4951-8C06-09A4932FF90E}" srcId="{BD5427FF-4EB1-4006-BF7F-42158E0C5129}" destId="{3A7B819B-DBE9-4610-B22A-5573EA6D532D}" srcOrd="0" destOrd="0" parTransId="{DC4BEA23-BF6E-42AD-9BF0-CFBDE86A80F1}" sibTransId="{0BF6ACD3-AE1A-4691-8CBE-DBE77AB8A685}"/>
    <dgm:cxn modelId="{DBCD22C1-E028-4C36-BF3D-0713C14E76A2}" srcId="{BD5427FF-4EB1-4006-BF7F-42158E0C5129}" destId="{E2EB83A3-7FED-48F1-9069-F404C465F72A}" srcOrd="1" destOrd="0" parTransId="{4C28335F-059B-4E84-A6E4-60C96C946A13}" sibTransId="{3ADC0E57-90D4-4F52-8FDD-F5A6CDB291E2}"/>
    <dgm:cxn modelId="{C9EB8172-F967-490B-A505-3FEDF3654229}" srcId="{BD5427FF-4EB1-4006-BF7F-42158E0C5129}" destId="{E9712EC2-A2F3-4EC9-B7CD-4865C9BDE1E4}" srcOrd="2" destOrd="0" parTransId="{ABFB15CA-D373-47F5-B4A9-D24F01A67C22}" sibTransId="{6B8DAEEB-C87B-430D-AD6C-906C3FF18FFB}"/>
    <dgm:cxn modelId="{90FBE0F4-94E8-44D6-B170-5FE4C983CBE1}" srcId="{BD5427FF-4EB1-4006-BF7F-42158E0C5129}" destId="{6B676FA5-4ABE-46D8-84FF-96B103423DA2}" srcOrd="3" destOrd="0" parTransId="{1903D316-4FF5-46C2-8F09-760F47CF1C90}" sibTransId="{7FA646CA-1307-41E2-9EF0-2D91D9584AD5}"/>
    <dgm:cxn modelId="{B81F2C1C-D39B-4EDB-B46B-4A9EC8C562BD}" srcId="{468FBB7B-694A-47BF-865D-2F44C1051453}" destId="{FE969E54-0D5D-4815-BDC4-3309E2F7325D}" srcOrd="1" destOrd="0" parTransId="{B5D9FB86-EEBE-488F-B7DE-B7CF5C9166C5}" sibTransId="{D7D19B67-C01A-45D3-B5C7-B7E1B18A9F62}"/>
    <dgm:cxn modelId="{2F2FD639-47D2-44CF-B50C-787BCAFB7F10}" srcId="{FE969E54-0D5D-4815-BDC4-3309E2F7325D}" destId="{35600F67-42C2-4D1B-B072-DC2A36FCB136}" srcOrd="0" destOrd="1" parTransId="{B4BC79E1-FDBA-43D1-A988-1BE8090EDA7A}" sibTransId="{AD46A0AA-C45A-46D2-89AF-28390F99F9D0}"/>
    <dgm:cxn modelId="{E9BC4E36-BBFC-4EAE-9909-533AFCAFC7DF}" srcId="{FE969E54-0D5D-4815-BDC4-3309E2F7325D}" destId="{73BEA647-40EF-4143-A233-B7D03D60BFA9}" srcOrd="1" destOrd="1" parTransId="{884F0DF7-F245-43EF-A80C-6929BA5BBC69}" sibTransId="{17F6F4E3-BAC2-41D7-A561-0BF4591504AF}"/>
    <dgm:cxn modelId="{16A11FFD-7708-4AF9-A2A4-1DFC1B7DB360}" srcId="{FE969E54-0D5D-4815-BDC4-3309E2F7325D}" destId="{28098943-ACAA-47C5-BFF5-8C95899ECFE8}" srcOrd="2" destOrd="1" parTransId="{6B525546-8C1B-4768-9550-DA24767F92BE}" sibTransId="{06DBBA52-BDEA-4F26-AFFA-D62BD201AA5C}"/>
    <dgm:cxn modelId="{280F4FE7-E5F1-42DC-BA2B-CCD139C29B12}" srcId="{FE969E54-0D5D-4815-BDC4-3309E2F7325D}" destId="{A52F9162-1359-4637-BC54-F8AA2FEA9E78}" srcOrd="3" destOrd="1" parTransId="{B6C7E471-4E6A-4CA6-847E-C3B1882E147D}" sibTransId="{E3D0A8CE-7EC0-4E7E-B146-FDE5D4D814BB}"/>
    <dgm:cxn modelId="{C63E3F67-95B0-4111-934C-83A73C4884BF}" type="presOf" srcId="{468FBB7B-694A-47BF-865D-2F44C1051453}" destId="{D5FB6A06-3991-4223-AD64-C4F7F6F4DF69}" srcOrd="0" destOrd="0" presId="urn:microsoft.com/office/officeart/2005/8/layout/hList1"/>
    <dgm:cxn modelId="{D3A0B9FB-6168-4633-8D0D-5C3F09A7FF0C}" type="presParOf" srcId="{D5FB6A06-3991-4223-AD64-C4F7F6F4DF69}" destId="{5EB24CCF-928A-4018-A934-89F31F564A83}" srcOrd="0" destOrd="0" presId="urn:microsoft.com/office/officeart/2005/8/layout/hList1"/>
    <dgm:cxn modelId="{959FCC87-239F-41AB-B4E9-79695864045E}" type="presParOf" srcId="{5EB24CCF-928A-4018-A934-89F31F564A83}" destId="{5D9704F8-5A95-419F-B794-1E2F82666BDB}" srcOrd="0" destOrd="0" presId="urn:microsoft.com/office/officeart/2005/8/layout/hList1"/>
    <dgm:cxn modelId="{0DDC0635-7B84-4203-8CF9-A35D54655005}" type="presOf" srcId="{BD5427FF-4EB1-4006-BF7F-42158E0C5129}" destId="{5D9704F8-5A95-419F-B794-1E2F82666BDB}" srcOrd="0" destOrd="0" presId="urn:microsoft.com/office/officeart/2005/8/layout/hList1"/>
    <dgm:cxn modelId="{816B7003-724F-45BC-ABF1-6EE92E3AA077}" type="presParOf" srcId="{5EB24CCF-928A-4018-A934-89F31F564A83}" destId="{C0A6D3D8-DBC2-45B6-8DEF-789A72552BB4}" srcOrd="1" destOrd="0" presId="urn:microsoft.com/office/officeart/2005/8/layout/hList1"/>
    <dgm:cxn modelId="{4A16921A-10B2-4F76-8C54-1646718663BE}" type="presOf" srcId="{3A7B819B-DBE9-4610-B22A-5573EA6D532D}" destId="{C0A6D3D8-DBC2-45B6-8DEF-789A72552BB4}" srcOrd="0" destOrd="0" presId="urn:microsoft.com/office/officeart/2005/8/layout/hList1"/>
    <dgm:cxn modelId="{5A8FCCD8-DC47-4924-A9FB-DF6C69BDCFFD}" type="presOf" srcId="{E2EB83A3-7FED-48F1-9069-F404C465F72A}" destId="{C0A6D3D8-DBC2-45B6-8DEF-789A72552BB4}" srcOrd="0" destOrd="1" presId="urn:microsoft.com/office/officeart/2005/8/layout/hList1"/>
    <dgm:cxn modelId="{77CFAEDE-3E5C-4394-A451-74D8AFDBAFDF}" type="presOf" srcId="{E9712EC2-A2F3-4EC9-B7CD-4865C9BDE1E4}" destId="{C0A6D3D8-DBC2-45B6-8DEF-789A72552BB4}" srcOrd="0" destOrd="2" presId="urn:microsoft.com/office/officeart/2005/8/layout/hList1"/>
    <dgm:cxn modelId="{4E8E3432-E57C-48F9-8730-ADEB052B4148}" type="presOf" srcId="{6B676FA5-4ABE-46D8-84FF-96B103423DA2}" destId="{C0A6D3D8-DBC2-45B6-8DEF-789A72552BB4}" srcOrd="0" destOrd="3" presId="urn:microsoft.com/office/officeart/2005/8/layout/hList1"/>
    <dgm:cxn modelId="{4D1A9626-7312-4C04-9EA6-7898238A523A}" type="presParOf" srcId="{D5FB6A06-3991-4223-AD64-C4F7F6F4DF69}" destId="{C4F6D2AE-A2A5-43DC-B705-8E8ECE0E1613}" srcOrd="1" destOrd="0" presId="urn:microsoft.com/office/officeart/2005/8/layout/hList1"/>
    <dgm:cxn modelId="{3937C3B6-72D6-4E05-ACFE-9FE0DA2A9734}" type="presParOf" srcId="{D5FB6A06-3991-4223-AD64-C4F7F6F4DF69}" destId="{C1832C44-4F6B-4ABA-88DC-7D5A80779E4B}" srcOrd="2" destOrd="0" presId="urn:microsoft.com/office/officeart/2005/8/layout/hList1"/>
    <dgm:cxn modelId="{3408DA6B-F2B0-477E-AA89-25A2ED3097F0}" type="presParOf" srcId="{C1832C44-4F6B-4ABA-88DC-7D5A80779E4B}" destId="{3E0BA246-3456-471B-AD87-1436FD251DD8}" srcOrd="0" destOrd="2" presId="urn:microsoft.com/office/officeart/2005/8/layout/hList1"/>
    <dgm:cxn modelId="{2B19EDA6-DF5A-4539-88A1-6637110E87ED}" type="presOf" srcId="{FE969E54-0D5D-4815-BDC4-3309E2F7325D}" destId="{3E0BA246-3456-471B-AD87-1436FD251DD8}" srcOrd="0" destOrd="0" presId="urn:microsoft.com/office/officeart/2005/8/layout/hList1"/>
    <dgm:cxn modelId="{01A196AD-2431-4446-BD4A-5E5E277A5C75}" type="presParOf" srcId="{C1832C44-4F6B-4ABA-88DC-7D5A80779E4B}" destId="{33CF15AD-8A19-4E9A-9BED-239A79CAF737}" srcOrd="1" destOrd="2" presId="urn:microsoft.com/office/officeart/2005/8/layout/hList1"/>
    <dgm:cxn modelId="{DA321E56-1C1C-4065-9EE6-32135C25352C}" type="presOf" srcId="{35600F67-42C2-4D1B-B072-DC2A36FCB136}" destId="{33CF15AD-8A19-4E9A-9BED-239A79CAF737}" srcOrd="0" destOrd="0" presId="urn:microsoft.com/office/officeart/2005/8/layout/hList1"/>
    <dgm:cxn modelId="{7CBBC00A-74D2-4013-8107-3437D7E1DFB5}" type="presOf" srcId="{73BEA647-40EF-4143-A233-B7D03D60BFA9}" destId="{33CF15AD-8A19-4E9A-9BED-239A79CAF737}" srcOrd="0" destOrd="1" presId="urn:microsoft.com/office/officeart/2005/8/layout/hList1"/>
    <dgm:cxn modelId="{8E50F6D0-8C4A-45D1-B3D7-29252614BEF4}" type="presOf" srcId="{28098943-ACAA-47C5-BFF5-8C95899ECFE8}" destId="{33CF15AD-8A19-4E9A-9BED-239A79CAF737}" srcOrd="0" destOrd="2" presId="urn:microsoft.com/office/officeart/2005/8/layout/hList1"/>
    <dgm:cxn modelId="{72B1DEDA-92E5-4C7C-B7D4-AF6A92D71A54}" type="presOf" srcId="{A52F9162-1359-4637-BC54-F8AA2FEA9E78}" destId="{33CF15AD-8A19-4E9A-9BED-239A79CAF737}" srcOrd="0" destOrd="3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68FBB7B-694A-47BF-865D-2F44C1051453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 phldr="0"/>
      <dgm:spPr/>
      <dgm:t>
        <a:bodyPr/>
        <a:p>
          <a:endParaRPr lang="zh-CN" altLang="en-US"/>
        </a:p>
      </dgm:t>
    </dgm:pt>
    <dgm:pt modelId="{BD5427FF-4EB1-4006-BF7F-42158E0C5129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600" b="1">
              <a:latin typeface="Times New Roman" panose="02020603050405020304" charset="0"/>
              <a:cs typeface="Times New Roman" panose="02020603050405020304" charset="0"/>
            </a:rPr>
            <a:t>Limitations</a:t>
          </a:r>
          <a:r>
            <a:rPr lang="en-US" altLang="en-GB" sz="2600" b="1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600" b="1">
            <a:latin typeface="Times New Roman" panose="02020603050405020304" charset="0"/>
            <a:cs typeface="Times New Roman" panose="02020603050405020304" charset="0"/>
          </a:endParaRPr>
        </a:p>
      </dgm:t>
    </dgm:pt>
    <dgm:pt modelId="{A2F6D805-3B53-408A-A2A3-20BC3BF0D242}" cxnId="{99888604-B3D7-424F-B320-F96AF5A9D908}" type="parTrans">
      <dgm:prSet/>
      <dgm:spPr/>
      <dgm:t>
        <a:bodyPr/>
        <a:p>
          <a:endParaRPr lang="zh-CN" altLang="en-US"/>
        </a:p>
      </dgm:t>
    </dgm:pt>
    <dgm:pt modelId="{D47F9812-1256-4E44-A6BE-BEC559BE8FF3}" cxnId="{99888604-B3D7-424F-B320-F96AF5A9D908}" type="sibTrans">
      <dgm:prSet/>
      <dgm:spPr/>
      <dgm:t>
        <a:bodyPr/>
        <a:p>
          <a:endParaRPr lang="zh-CN" altLang="en-US"/>
        </a:p>
      </dgm:t>
    </dgm:pt>
    <dgm:pt modelId="{3A7B819B-DBE9-4610-B22A-5573EA6D532D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C-MAPSS is a simulated dataset and may not fully represent real industrial engine behavior.</a:t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DC4BEA23-BF6E-42AD-9BF0-CFBDE86A80F1}" cxnId="{EFABA548-846B-4F4A-BAA5-67DEBE93EBD0}" type="parTrans">
      <dgm:prSet/>
      <dgm:spPr/>
      <dgm:t>
        <a:bodyPr/>
        <a:p>
          <a:endParaRPr lang="zh-CN" altLang="en-US"/>
        </a:p>
      </dgm:t>
    </dgm:pt>
    <dgm:pt modelId="{0BF6ACD3-AE1A-4691-8CBE-DBE77AB8A685}" cxnId="{EFABA548-846B-4F4A-BAA5-67DEBE93EBD0}" type="sibTrans">
      <dgm:prSet/>
      <dgm:spPr/>
      <dgm:t>
        <a:bodyPr/>
        <a:p>
          <a:endParaRPr lang="zh-CN" altLang="en-US"/>
        </a:p>
      </dgm:t>
    </dgm:pt>
    <dgm:pt modelId="{3D5A2B29-0EEB-4F2A-959C-9F71FACD1E4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Real-world operating conditions and sensor characteristics may differ.</a:t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B0E26A70-D911-4769-9A02-EAC0A7711015}" cxnId="{304E4F6D-0F78-48F5-9ABF-69779C4CE184}" type="parTrans">
      <dgm:prSet/>
      <dgm:spPr/>
    </dgm:pt>
    <dgm:pt modelId="{477B2976-C61C-434C-AE66-9E2AC2A4643D}" cxnId="{304E4F6D-0F78-48F5-9ABF-69779C4CE184}" type="sibTrans">
      <dgm:prSet/>
      <dgm:spPr/>
    </dgm:pt>
    <dgm:pt modelId="{8AF5475C-ADD3-4DA8-AC48-2D4C52AD3C0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Accurate RUL prediction depends on reliable sensor measurements.</a:t>
          </a: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F352B33E-5F80-4A17-87D8-05EC1F049EE1}" cxnId="{6F42F83A-537C-415C-A4EF-55C7E950578D}" type="parTrans">
      <dgm:prSet/>
      <dgm:spPr/>
    </dgm:pt>
    <dgm:pt modelId="{85C08DBF-B639-48F1-9C12-013D7DB824B8}" cxnId="{6F42F83A-537C-415C-A4EF-55C7E950578D}" type="sibTrans">
      <dgm:prSet/>
      <dgm:spPr/>
    </dgm:pt>
    <dgm:pt modelId="{FE969E54-0D5D-4815-BDC4-3309E2F7325D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600" b="1">
              <a:latin typeface="Times New Roman" panose="02020603050405020304" charset="0"/>
              <a:cs typeface="Times New Roman" panose="02020603050405020304" charset="0"/>
            </a:rPr>
            <a:t>Future Scope</a:t>
          </a:r>
          <a:r>
            <a:rPr lang="en-US" altLang="en-GB" sz="2600" b="1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 sz="2600" b="1">
            <a:latin typeface="Times New Roman" panose="02020603050405020304" charset="0"/>
            <a:cs typeface="Times New Roman" panose="02020603050405020304" charset="0"/>
          </a:endParaRPr>
        </a:p>
      </dgm:t>
    </dgm:pt>
    <dgm:pt modelId="{B5D9FB86-EEBE-488F-B7DE-B7CF5C9166C5}" cxnId="{5585A9C5-EB04-46D3-8D61-424DAB33AACC}" type="parTrans">
      <dgm:prSet/>
      <dgm:spPr/>
      <dgm:t>
        <a:bodyPr/>
        <a:p>
          <a:endParaRPr lang="zh-CN" altLang="en-US"/>
        </a:p>
      </dgm:t>
    </dgm:pt>
    <dgm:pt modelId="{D7D19B67-C01A-45D3-B5C7-B7E1B18A9F62}" cxnId="{5585A9C5-EB04-46D3-8D61-424DAB33AACC}" type="sibTrans">
      <dgm:prSet/>
      <dgm:spPr/>
      <dgm:t>
        <a:bodyPr/>
        <a:p>
          <a:endParaRPr lang="zh-CN" altLang="en-US"/>
        </a:p>
      </dgm:t>
    </dgm:pt>
    <dgm:pt modelId="{35600F67-42C2-4D1B-B072-DC2A36FCB136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Real-Time Engine Monitoring</a:t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B4BC79E1-FDBA-43D1-A988-1BE8090EDA7A}" cxnId="{8799CBFC-8AB1-4F7C-AA30-C5B4AC1829B8}" type="parTrans">
      <dgm:prSet/>
      <dgm:spPr/>
      <dgm:t>
        <a:bodyPr/>
        <a:p>
          <a:endParaRPr lang="zh-CN" altLang="en-US"/>
        </a:p>
      </dgm:t>
    </dgm:pt>
    <dgm:pt modelId="{AD46A0AA-C45A-46D2-89AF-28390F99F9D0}" cxnId="{8799CBFC-8AB1-4F7C-AA30-C5B4AC1829B8}" type="sibTrans">
      <dgm:prSet/>
      <dgm:spPr/>
      <dgm:t>
        <a:bodyPr/>
        <a:p>
          <a:endParaRPr lang="zh-CN" altLang="en-US"/>
        </a:p>
      </dgm:t>
    </dgm:pt>
    <dgm:pt modelId="{0C55856C-C7C5-45B9-AC36-0A219E82645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Low-RUL Warning &amp; Alerts</a:t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76C5DD4A-50B7-4367-B7CE-A555A848B45E}" cxnId="{84DF803B-7D5F-4EA1-8169-40B7E9BA321C}" type="parTrans">
      <dgm:prSet/>
      <dgm:spPr/>
    </dgm:pt>
    <dgm:pt modelId="{377D44FB-1E95-4C6F-A096-A577A950DC9C}" cxnId="{84DF803B-7D5F-4EA1-8169-40B7E9BA321C}" type="sibTrans">
      <dgm:prSet/>
      <dgm:spPr/>
    </dgm:pt>
    <dgm:pt modelId="{FB8F8518-9833-41E1-9070-B7A6CBBDC4D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Real Industrial Sensor Data</a:t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E7E65C9D-BF7A-4A2D-8F04-02892677BA49}" cxnId="{5ED8104C-A4C8-412E-940A-88A18A387D19}" type="parTrans">
      <dgm:prSet/>
      <dgm:spPr/>
    </dgm:pt>
    <dgm:pt modelId="{90E44B19-6905-41C6-AC19-3D3F4C1D3B21}" cxnId="{5ED8104C-A4C8-412E-940A-88A18A387D19}" type="sibTrans">
      <dgm:prSet/>
      <dgm:spPr/>
    </dgm:pt>
    <dgm:pt modelId="{9603A67C-913D-4BEE-9CCA-8E90D94173E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Model Monitoring &amp; Retraining</a:t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0B13C1EA-D176-422D-92DC-B6FF1D7C9782}" cxnId="{4604ECAC-A62E-4860-8CEA-6DE62A75FB04}" type="parTrans">
      <dgm:prSet/>
      <dgm:spPr/>
    </dgm:pt>
    <dgm:pt modelId="{0949D050-C79C-4A96-B8BA-E07A48BCD0C6}" cxnId="{4604ECAC-A62E-4860-8CEA-6DE62A75FB04}" type="sibTrans">
      <dgm:prSet/>
      <dgm:spPr/>
    </dgm:pt>
    <dgm:pt modelId="{358E870D-B904-4C55-841D-264658554DA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>Deep Learning / Time-Series Models</a:t>
          </a:r>
          <a:r>
            <a:rPr lang="en-US" altLang="en-GB">
              <a:latin typeface="Times New Roman" panose="02020603050405020304" charset="0"/>
              <a:cs typeface="Times New Roman" panose="02020603050405020304" charset="0"/>
            </a:rPr>
            <a:t/>
          </a:r>
          <a:endParaRPr lang="en-US" altLang="en-GB">
            <a:latin typeface="Times New Roman" panose="02020603050405020304" charset="0"/>
            <a:cs typeface="Times New Roman" panose="02020603050405020304" charset="0"/>
          </a:endParaRPr>
        </a:p>
      </dgm:t>
    </dgm:pt>
    <dgm:pt modelId="{39D4A065-460C-42F2-B3DB-88AF581A8AD0}" cxnId="{580A891E-D4C5-42F0-8629-16EDD535FE7D}" type="parTrans">
      <dgm:prSet/>
      <dgm:spPr/>
    </dgm:pt>
    <dgm:pt modelId="{84BEDEE2-5B6E-4744-81FD-1F7DC80646F4}" cxnId="{580A891E-D4C5-42F0-8629-16EDD535FE7D}" type="sibTrans">
      <dgm:prSet/>
      <dgm:spPr/>
    </dgm:pt>
    <dgm:pt modelId="{D5FB6A06-3991-4223-AD64-C4F7F6F4DF69}" type="pres">
      <dgm:prSet presAssocID="{468FBB7B-694A-47BF-865D-2F44C1051453}" presName="Name0" presStyleCnt="0">
        <dgm:presLayoutVars>
          <dgm:dir/>
          <dgm:animLvl val="lvl"/>
          <dgm:resizeHandles val="exact"/>
        </dgm:presLayoutVars>
      </dgm:prSet>
      <dgm:spPr/>
    </dgm:pt>
    <dgm:pt modelId="{5EB24CCF-928A-4018-A934-89F31F564A83}" type="pres">
      <dgm:prSet presAssocID="{BD5427FF-4EB1-4006-BF7F-42158E0C5129}" presName="composite" presStyleCnt="0"/>
      <dgm:spPr/>
    </dgm:pt>
    <dgm:pt modelId="{5D9704F8-5A95-419F-B794-1E2F82666BDB}" type="pres">
      <dgm:prSet presAssocID="{BD5427FF-4EB1-4006-BF7F-42158E0C512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C0A6D3D8-DBC2-45B6-8DEF-789A72552BB4}" type="pres">
      <dgm:prSet presAssocID="{BD5427FF-4EB1-4006-BF7F-42158E0C5129}" presName="desTx" presStyleLbl="alignAccFollowNode1" presStyleIdx="0" presStyleCnt="2">
        <dgm:presLayoutVars>
          <dgm:bulletEnabled val="1"/>
        </dgm:presLayoutVars>
      </dgm:prSet>
      <dgm:spPr/>
    </dgm:pt>
    <dgm:pt modelId="{C4F6D2AE-A2A5-43DC-B705-8E8ECE0E1613}" type="pres">
      <dgm:prSet presAssocID="{D47F9812-1256-4E44-A6BE-BEC559BE8FF3}" presName="space" presStyleCnt="0"/>
      <dgm:spPr/>
    </dgm:pt>
    <dgm:pt modelId="{C1832C44-4F6B-4ABA-88DC-7D5A80779E4B}" type="pres">
      <dgm:prSet presAssocID="{FE969E54-0D5D-4815-BDC4-3309E2F7325D}" presName="composite" presStyleCnt="0"/>
      <dgm:spPr/>
    </dgm:pt>
    <dgm:pt modelId="{3E0BA246-3456-471B-AD87-1436FD251DD8}" type="pres">
      <dgm:prSet presAssocID="{FE969E54-0D5D-4815-BDC4-3309E2F7325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33CF15AD-8A19-4E9A-9BED-239A79CAF737}" type="pres">
      <dgm:prSet presAssocID="{FE969E54-0D5D-4815-BDC4-3309E2F7325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99888604-B3D7-424F-B320-F96AF5A9D908}" srcId="{468FBB7B-694A-47BF-865D-2F44C1051453}" destId="{BD5427FF-4EB1-4006-BF7F-42158E0C5129}" srcOrd="0" destOrd="0" parTransId="{A2F6D805-3B53-408A-A2A3-20BC3BF0D242}" sibTransId="{D47F9812-1256-4E44-A6BE-BEC559BE8FF3}"/>
    <dgm:cxn modelId="{EFABA548-846B-4F4A-BAA5-67DEBE93EBD0}" srcId="{BD5427FF-4EB1-4006-BF7F-42158E0C5129}" destId="{3A7B819B-DBE9-4610-B22A-5573EA6D532D}" srcOrd="0" destOrd="0" parTransId="{DC4BEA23-BF6E-42AD-9BF0-CFBDE86A80F1}" sibTransId="{0BF6ACD3-AE1A-4691-8CBE-DBE77AB8A685}"/>
    <dgm:cxn modelId="{304E4F6D-0F78-48F5-9ABF-69779C4CE184}" srcId="{BD5427FF-4EB1-4006-BF7F-42158E0C5129}" destId="{3D5A2B29-0EEB-4F2A-959C-9F71FACD1E46}" srcOrd="1" destOrd="0" parTransId="{B0E26A70-D911-4769-9A02-EAC0A7711015}" sibTransId="{477B2976-C61C-434C-AE66-9E2AC2A4643D}"/>
    <dgm:cxn modelId="{6F42F83A-537C-415C-A4EF-55C7E950578D}" srcId="{BD5427FF-4EB1-4006-BF7F-42158E0C5129}" destId="{8AF5475C-ADD3-4DA8-AC48-2D4C52AD3C03}" srcOrd="2" destOrd="0" parTransId="{F352B33E-5F80-4A17-87D8-05EC1F049EE1}" sibTransId="{85C08DBF-B639-48F1-9C12-013D7DB824B8}"/>
    <dgm:cxn modelId="{5585A9C5-EB04-46D3-8D61-424DAB33AACC}" srcId="{468FBB7B-694A-47BF-865D-2F44C1051453}" destId="{FE969E54-0D5D-4815-BDC4-3309E2F7325D}" srcOrd="1" destOrd="0" parTransId="{B5D9FB86-EEBE-488F-B7DE-B7CF5C9166C5}" sibTransId="{D7D19B67-C01A-45D3-B5C7-B7E1B18A9F62}"/>
    <dgm:cxn modelId="{8799CBFC-8AB1-4F7C-AA30-C5B4AC1829B8}" srcId="{FE969E54-0D5D-4815-BDC4-3309E2F7325D}" destId="{35600F67-42C2-4D1B-B072-DC2A36FCB136}" srcOrd="0" destOrd="1" parTransId="{B4BC79E1-FDBA-43D1-A988-1BE8090EDA7A}" sibTransId="{AD46A0AA-C45A-46D2-89AF-28390F99F9D0}"/>
    <dgm:cxn modelId="{84DF803B-7D5F-4EA1-8169-40B7E9BA321C}" srcId="{FE969E54-0D5D-4815-BDC4-3309E2F7325D}" destId="{0C55856C-C7C5-45B9-AC36-0A219E826454}" srcOrd="1" destOrd="1" parTransId="{76C5DD4A-50B7-4367-B7CE-A555A848B45E}" sibTransId="{377D44FB-1E95-4C6F-A096-A577A950DC9C}"/>
    <dgm:cxn modelId="{5ED8104C-A4C8-412E-940A-88A18A387D19}" srcId="{FE969E54-0D5D-4815-BDC4-3309E2F7325D}" destId="{FB8F8518-9833-41E1-9070-B7A6CBBDC4D0}" srcOrd="2" destOrd="1" parTransId="{E7E65C9D-BF7A-4A2D-8F04-02892677BA49}" sibTransId="{90E44B19-6905-41C6-AC19-3D3F4C1D3B21}"/>
    <dgm:cxn modelId="{4604ECAC-A62E-4860-8CEA-6DE62A75FB04}" srcId="{FE969E54-0D5D-4815-BDC4-3309E2F7325D}" destId="{9603A67C-913D-4BEE-9CCA-8E90D94173E3}" srcOrd="3" destOrd="1" parTransId="{0B13C1EA-D176-422D-92DC-B6FF1D7C9782}" sibTransId="{0949D050-C79C-4A96-B8BA-E07A48BCD0C6}"/>
    <dgm:cxn modelId="{580A891E-D4C5-42F0-8629-16EDD535FE7D}" srcId="{FE969E54-0D5D-4815-BDC4-3309E2F7325D}" destId="{358E870D-B904-4C55-841D-264658554DAE}" srcOrd="4" destOrd="1" parTransId="{39D4A065-460C-42F2-B3DB-88AF581A8AD0}" sibTransId="{84BEDEE2-5B6E-4744-81FD-1F7DC80646F4}"/>
    <dgm:cxn modelId="{78134A2C-276F-465B-B319-52B95ACFD5F7}" type="presOf" srcId="{468FBB7B-694A-47BF-865D-2F44C1051453}" destId="{D5FB6A06-3991-4223-AD64-C4F7F6F4DF69}" srcOrd="0" destOrd="0" presId="urn:microsoft.com/office/officeart/2005/8/layout/hList1"/>
    <dgm:cxn modelId="{C805C58F-C042-4E1E-A927-396E77705110}" type="presParOf" srcId="{D5FB6A06-3991-4223-AD64-C4F7F6F4DF69}" destId="{5EB24CCF-928A-4018-A934-89F31F564A83}" srcOrd="0" destOrd="0" presId="urn:microsoft.com/office/officeart/2005/8/layout/hList1"/>
    <dgm:cxn modelId="{BBAC7FB0-2D51-4CB0-AC4A-10877AABD5F7}" type="presParOf" srcId="{5EB24CCF-928A-4018-A934-89F31F564A83}" destId="{5D9704F8-5A95-419F-B794-1E2F82666BDB}" srcOrd="0" destOrd="0" presId="urn:microsoft.com/office/officeart/2005/8/layout/hList1"/>
    <dgm:cxn modelId="{489B0015-ACD1-426E-A9D5-27FC23EE0989}" type="presOf" srcId="{BD5427FF-4EB1-4006-BF7F-42158E0C5129}" destId="{5D9704F8-5A95-419F-B794-1E2F82666BDB}" srcOrd="0" destOrd="0" presId="urn:microsoft.com/office/officeart/2005/8/layout/hList1"/>
    <dgm:cxn modelId="{206E70F7-FFD0-4486-9392-18DCD872ECBB}" type="presParOf" srcId="{5EB24CCF-928A-4018-A934-89F31F564A83}" destId="{C0A6D3D8-DBC2-45B6-8DEF-789A72552BB4}" srcOrd="1" destOrd="0" presId="urn:microsoft.com/office/officeart/2005/8/layout/hList1"/>
    <dgm:cxn modelId="{E9E394FD-BFD6-4AFE-9ED5-F01E21275188}" type="presOf" srcId="{3A7B819B-DBE9-4610-B22A-5573EA6D532D}" destId="{C0A6D3D8-DBC2-45B6-8DEF-789A72552BB4}" srcOrd="0" destOrd="0" presId="urn:microsoft.com/office/officeart/2005/8/layout/hList1"/>
    <dgm:cxn modelId="{FEB7A85A-5E0B-4522-88E4-F839C953809C}" type="presOf" srcId="{3D5A2B29-0EEB-4F2A-959C-9F71FACD1E46}" destId="{C0A6D3D8-DBC2-45B6-8DEF-789A72552BB4}" srcOrd="0" destOrd="1" presId="urn:microsoft.com/office/officeart/2005/8/layout/hList1"/>
    <dgm:cxn modelId="{62181C6D-AC71-4ED5-814B-EDCFC454BA9F}" type="presOf" srcId="{8AF5475C-ADD3-4DA8-AC48-2D4C52AD3C03}" destId="{C0A6D3D8-DBC2-45B6-8DEF-789A72552BB4}" srcOrd="0" destOrd="2" presId="urn:microsoft.com/office/officeart/2005/8/layout/hList1"/>
    <dgm:cxn modelId="{9CA5EDD7-ED26-40E1-8A9E-D8F482D5007F}" type="presParOf" srcId="{D5FB6A06-3991-4223-AD64-C4F7F6F4DF69}" destId="{C4F6D2AE-A2A5-43DC-B705-8E8ECE0E1613}" srcOrd="1" destOrd="0" presId="urn:microsoft.com/office/officeart/2005/8/layout/hList1"/>
    <dgm:cxn modelId="{F3A9BB5E-8EA0-4502-A082-E96D9912E6F1}" type="presParOf" srcId="{D5FB6A06-3991-4223-AD64-C4F7F6F4DF69}" destId="{C1832C44-4F6B-4ABA-88DC-7D5A80779E4B}" srcOrd="2" destOrd="0" presId="urn:microsoft.com/office/officeart/2005/8/layout/hList1"/>
    <dgm:cxn modelId="{8A576F9B-D84B-45DA-A270-211976173479}" type="presParOf" srcId="{C1832C44-4F6B-4ABA-88DC-7D5A80779E4B}" destId="{3E0BA246-3456-471B-AD87-1436FD251DD8}" srcOrd="0" destOrd="2" presId="urn:microsoft.com/office/officeart/2005/8/layout/hList1"/>
    <dgm:cxn modelId="{38F0D5BE-E426-4E94-B996-7B877A757EF2}" type="presOf" srcId="{FE969E54-0D5D-4815-BDC4-3309E2F7325D}" destId="{3E0BA246-3456-471B-AD87-1436FD251DD8}" srcOrd="0" destOrd="0" presId="urn:microsoft.com/office/officeart/2005/8/layout/hList1"/>
    <dgm:cxn modelId="{3F52B881-3567-4D46-A027-D7EB3710103A}" type="presParOf" srcId="{C1832C44-4F6B-4ABA-88DC-7D5A80779E4B}" destId="{33CF15AD-8A19-4E9A-9BED-239A79CAF737}" srcOrd="1" destOrd="2" presId="urn:microsoft.com/office/officeart/2005/8/layout/hList1"/>
    <dgm:cxn modelId="{F0349BE7-BF35-4A67-8DFB-3D2DB7129A3E}" type="presOf" srcId="{35600F67-42C2-4D1B-B072-DC2A36FCB136}" destId="{33CF15AD-8A19-4E9A-9BED-239A79CAF737}" srcOrd="0" destOrd="0" presId="urn:microsoft.com/office/officeart/2005/8/layout/hList1"/>
    <dgm:cxn modelId="{00B2CE63-A4BF-4979-9DDA-BAC92844B6DA}" type="presOf" srcId="{0C55856C-C7C5-45B9-AC36-0A219E826454}" destId="{33CF15AD-8A19-4E9A-9BED-239A79CAF737}" srcOrd="0" destOrd="1" presId="urn:microsoft.com/office/officeart/2005/8/layout/hList1"/>
    <dgm:cxn modelId="{3364BF5E-63B3-4447-9559-51AEF78EEDD7}" type="presOf" srcId="{FB8F8518-9833-41E1-9070-B7A6CBBDC4D0}" destId="{33CF15AD-8A19-4E9A-9BED-239A79CAF737}" srcOrd="0" destOrd="2" presId="urn:microsoft.com/office/officeart/2005/8/layout/hList1"/>
    <dgm:cxn modelId="{DDBC202F-FA5A-446F-939E-1AE1B0A100FD}" type="presOf" srcId="{9603A67C-913D-4BEE-9CCA-8E90D94173E3}" destId="{33CF15AD-8A19-4E9A-9BED-239A79CAF737}" srcOrd="0" destOrd="3" presId="urn:microsoft.com/office/officeart/2005/8/layout/hList1"/>
    <dgm:cxn modelId="{864A2916-E103-4D16-BEF1-9AA972136DB3}" type="presOf" srcId="{358E870D-B904-4C55-841D-264658554DAE}" destId="{33CF15AD-8A19-4E9A-9BED-239A79CAF737}" srcOrd="0" destOrd="4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848725" cy="5722620"/>
        <a:chOff x="0" y="0"/>
        <a:chExt cx="8848725" cy="5722620"/>
      </a:xfrm>
    </dsp:grpSpPr>
    <dsp:sp modelId="{1F055725-8984-42CB-98CB-8E7728DD5EAB}">
      <dsp:nvSpPr>
        <dsp:cNvPr id="5" name="Rectangle 4"/>
        <dsp:cNvSpPr/>
      </dsp:nvSpPr>
      <dsp:spPr bwMode="white">
        <a:xfrm>
          <a:off x="0" y="349230"/>
          <a:ext cx="8848725" cy="302400"/>
        </a:xfrm>
        <a:prstGeom prst="rect">
          <a:avLst/>
        </a:prstGeom>
      </dsp:spPr>
      <dsp:style>
        <a:lnRef idx="2">
          <a:schemeClr val="accent5"/>
        </a:lnRef>
        <a:fillRef idx="1">
          <a:schemeClr val="accent5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686759" tIns="249936" rIns="686759" bIns="85344" anchor="t"/>
        <a:lstStyle>
          <a:lvl1pPr algn="l">
            <a:defRPr sz="12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49230"/>
        <a:ext cx="8848725" cy="302400"/>
      </dsp:txXfrm>
    </dsp:sp>
    <dsp:sp modelId="{D0971512-D8E1-4E4B-89F4-FF2EB164C196}">
      <dsp:nvSpPr>
        <dsp:cNvPr id="4" name="Rounded Rectangle 3"/>
        <dsp:cNvSpPr/>
      </dsp:nvSpPr>
      <dsp:spPr bwMode="white">
        <a:xfrm>
          <a:off x="442436" y="172110"/>
          <a:ext cx="6194108" cy="354240"/>
        </a:xfrm>
        <a:prstGeom prst="round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34122" tIns="0" rIns="234122" bIns="0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R</a:t>
          </a: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aw C-MAPSS Files</a:t>
          </a:r>
          <a:endParaRPr lang="zh-CN" altLang="en-US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  <a:sym typeface="+mn-ea"/>
          </a:endParaRPr>
        </a:p>
      </dsp:txBody>
      <dsp:txXfrm>
        <a:off x="442436" y="172110"/>
        <a:ext cx="6194108" cy="354240"/>
      </dsp:txXfrm>
    </dsp:sp>
    <dsp:sp modelId="{7979358C-5D67-4ACF-9A6A-26BE1FB162C8}">
      <dsp:nvSpPr>
        <dsp:cNvPr id="8" name="Rectangle 7"/>
        <dsp:cNvSpPr/>
      </dsp:nvSpPr>
      <dsp:spPr bwMode="white">
        <a:xfrm>
          <a:off x="0" y="893550"/>
          <a:ext cx="8848725" cy="302400"/>
        </a:xfrm>
        <a:prstGeom prst="rect">
          <a:avLst/>
        </a:prstGeom>
      </dsp:spPr>
      <dsp:style>
        <a:lnRef idx="2">
          <a:schemeClr val="accent5"/>
        </a:lnRef>
        <a:fillRef idx="1">
          <a:schemeClr val="accent5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686759" tIns="249936" rIns="686759" bIns="85344" anchor="t"/>
        <a:lstStyle>
          <a:lvl1pPr algn="l">
            <a:defRPr sz="12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893550"/>
        <a:ext cx="8848725" cy="302400"/>
      </dsp:txXfrm>
    </dsp:sp>
    <dsp:sp modelId="{AE6A895E-A294-4475-9278-E11708C1BEDB}">
      <dsp:nvSpPr>
        <dsp:cNvPr id="7" name="Rounded Rectangle 6"/>
        <dsp:cNvSpPr/>
      </dsp:nvSpPr>
      <dsp:spPr bwMode="white">
        <a:xfrm>
          <a:off x="442436" y="716430"/>
          <a:ext cx="6194108" cy="354240"/>
        </a:xfrm>
        <a:prstGeom prst="round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34122" tIns="0" rIns="234122" bIns="0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Data Preprocessing &amp; Cleaning</a:t>
          </a:r>
          <a:endParaRPr lang="en-US" altLang="en-US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442436" y="716430"/>
        <a:ext cx="6194108" cy="354240"/>
      </dsp:txXfrm>
    </dsp:sp>
    <dsp:sp modelId="{5A4A1713-682A-4E16-A36C-5E80FE425A08}">
      <dsp:nvSpPr>
        <dsp:cNvPr id="11" name="Rectangle 10"/>
        <dsp:cNvSpPr/>
      </dsp:nvSpPr>
      <dsp:spPr bwMode="white">
        <a:xfrm>
          <a:off x="0" y="1437870"/>
          <a:ext cx="8848725" cy="302400"/>
        </a:xfrm>
        <a:prstGeom prst="rect">
          <a:avLst/>
        </a:prstGeom>
      </dsp:spPr>
      <dsp:style>
        <a:lnRef idx="2">
          <a:schemeClr val="accent5"/>
        </a:lnRef>
        <a:fillRef idx="1">
          <a:schemeClr val="accent5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686759" tIns="249936" rIns="686759" bIns="85344" anchor="t"/>
        <a:lstStyle>
          <a:lvl1pPr algn="l">
            <a:defRPr sz="12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1437870"/>
        <a:ext cx="8848725" cy="302400"/>
      </dsp:txXfrm>
    </dsp:sp>
    <dsp:sp modelId="{BE2782EE-2229-49E7-9CE3-B0CCD0608F82}">
      <dsp:nvSpPr>
        <dsp:cNvPr id="10" name="Rounded Rectangle 9"/>
        <dsp:cNvSpPr/>
      </dsp:nvSpPr>
      <dsp:spPr bwMode="white">
        <a:xfrm>
          <a:off x="442436" y="1260750"/>
          <a:ext cx="6194108" cy="354240"/>
        </a:xfrm>
        <a:prstGeom prst="round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34122" tIns="0" rIns="234122" bIns="0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R</a:t>
          </a: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UL Label Creation</a:t>
          </a:r>
          <a:endParaRPr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442436" y="1260750"/>
        <a:ext cx="6194108" cy="354240"/>
      </dsp:txXfrm>
    </dsp:sp>
    <dsp:sp modelId="{FB20FF5F-D131-4A8A-AEBC-01A2B84D6655}">
      <dsp:nvSpPr>
        <dsp:cNvPr id="14" name="Rectangle 13"/>
        <dsp:cNvSpPr/>
      </dsp:nvSpPr>
      <dsp:spPr bwMode="white">
        <a:xfrm>
          <a:off x="0" y="1982190"/>
          <a:ext cx="8848725" cy="302400"/>
        </a:xfrm>
        <a:prstGeom prst="rect">
          <a:avLst/>
        </a:prstGeom>
      </dsp:spPr>
      <dsp:style>
        <a:lnRef idx="2">
          <a:schemeClr val="accent5"/>
        </a:lnRef>
        <a:fillRef idx="1">
          <a:schemeClr val="accent5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686759" tIns="249936" rIns="686759" bIns="85344" anchor="t"/>
        <a:lstStyle>
          <a:lvl1pPr algn="l">
            <a:defRPr sz="12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1982190"/>
        <a:ext cx="8848725" cy="302400"/>
      </dsp:txXfrm>
    </dsp:sp>
    <dsp:sp modelId="{DD07B078-3354-4F1B-9438-E4F95C4B43A6}">
      <dsp:nvSpPr>
        <dsp:cNvPr id="13" name="Rounded Rectangle 12"/>
        <dsp:cNvSpPr/>
      </dsp:nvSpPr>
      <dsp:spPr bwMode="white">
        <a:xfrm>
          <a:off x="442436" y="1805070"/>
          <a:ext cx="6194108" cy="354240"/>
        </a:xfrm>
        <a:prstGeom prst="round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34122" tIns="0" rIns="234122" bIns="0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E</a:t>
          </a: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ngine-wise Train/Validation Split</a:t>
          </a:r>
          <a:endParaRPr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442436" y="1805070"/>
        <a:ext cx="6194108" cy="354240"/>
      </dsp:txXfrm>
    </dsp:sp>
    <dsp:sp modelId="{687D1C81-C382-4717-93C4-C386093BDEB9}">
      <dsp:nvSpPr>
        <dsp:cNvPr id="29" name="Rectangle 28"/>
        <dsp:cNvSpPr/>
      </dsp:nvSpPr>
      <dsp:spPr bwMode="white">
        <a:xfrm>
          <a:off x="0" y="2526510"/>
          <a:ext cx="8848725" cy="302400"/>
        </a:xfrm>
        <a:prstGeom prst="rect">
          <a:avLst/>
        </a:prstGeom>
      </dsp:spPr>
      <dsp:style>
        <a:lnRef idx="2">
          <a:schemeClr val="accent5"/>
        </a:lnRef>
        <a:fillRef idx="1">
          <a:schemeClr val="accent5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686759" tIns="249936" rIns="686759" bIns="85344" anchor="t"/>
        <a:lstStyle>
          <a:lvl1pPr algn="l">
            <a:defRPr sz="12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526510"/>
        <a:ext cx="8848725" cy="302400"/>
      </dsp:txXfrm>
    </dsp:sp>
    <dsp:sp modelId="{A7337375-9496-4427-9D87-90D060095351}">
      <dsp:nvSpPr>
        <dsp:cNvPr id="28" name="Rounded Rectangle 27"/>
        <dsp:cNvSpPr/>
      </dsp:nvSpPr>
      <dsp:spPr bwMode="white">
        <a:xfrm>
          <a:off x="442436" y="2349390"/>
          <a:ext cx="6194108" cy="354240"/>
        </a:xfrm>
        <a:prstGeom prst="round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34122" tIns="0" rIns="234122" bIns="0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M</a:t>
          </a: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odel </a:t>
          </a: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T</a:t>
          </a: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raining </a:t>
          </a:r>
          <a:endParaRPr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  <a:sym typeface="+mn-ea"/>
          </a:endParaRPr>
        </a:p>
      </dsp:txBody>
      <dsp:txXfrm>
        <a:off x="442436" y="2349390"/>
        <a:ext cx="6194108" cy="354240"/>
      </dsp:txXfrm>
    </dsp:sp>
    <dsp:sp modelId="{F855875C-E8B4-4273-8C6C-6A8EC3091B3C}">
      <dsp:nvSpPr>
        <dsp:cNvPr id="17" name="Rectangle 16"/>
        <dsp:cNvSpPr/>
      </dsp:nvSpPr>
      <dsp:spPr bwMode="white">
        <a:xfrm>
          <a:off x="0" y="3070830"/>
          <a:ext cx="8848725" cy="302400"/>
        </a:xfrm>
        <a:prstGeom prst="rect">
          <a:avLst/>
        </a:prstGeom>
      </dsp:spPr>
      <dsp:style>
        <a:lnRef idx="2">
          <a:schemeClr val="accent5"/>
        </a:lnRef>
        <a:fillRef idx="1">
          <a:schemeClr val="accent5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686759" tIns="249936" rIns="686759" bIns="85344" anchor="t"/>
        <a:lstStyle>
          <a:lvl1pPr algn="l">
            <a:defRPr sz="12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070830"/>
        <a:ext cx="8848725" cy="302400"/>
      </dsp:txXfrm>
    </dsp:sp>
    <dsp:sp modelId="{F8B30F84-9FC1-4455-B8FC-CA5DC2189586}">
      <dsp:nvSpPr>
        <dsp:cNvPr id="16" name="Rounded Rectangle 15"/>
        <dsp:cNvSpPr/>
      </dsp:nvSpPr>
      <dsp:spPr bwMode="white">
        <a:xfrm>
          <a:off x="442436" y="2893710"/>
          <a:ext cx="6194108" cy="354240"/>
        </a:xfrm>
        <a:prstGeom prst="round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34122" tIns="0" rIns="234122" bIns="0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 </a:t>
          </a:r>
          <a:r>
            <a:rPr lang="en-IN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Hyperparameter Tuning</a:t>
          </a:r>
          <a:endParaRPr lang="en-IN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  <a:sym typeface="+mn-ea"/>
          </a:endParaRPr>
        </a:p>
      </dsp:txBody>
      <dsp:txXfrm>
        <a:off x="442436" y="2893710"/>
        <a:ext cx="6194108" cy="354240"/>
      </dsp:txXfrm>
    </dsp:sp>
    <dsp:sp modelId="{41CDE553-826F-4664-92C1-08E8039AB4C1}">
      <dsp:nvSpPr>
        <dsp:cNvPr id="35" name="Rectangle 34"/>
        <dsp:cNvSpPr/>
      </dsp:nvSpPr>
      <dsp:spPr bwMode="white">
        <a:xfrm>
          <a:off x="0" y="3615150"/>
          <a:ext cx="8848725" cy="302400"/>
        </a:xfrm>
        <a:prstGeom prst="rect">
          <a:avLst/>
        </a:prstGeom>
      </dsp:spPr>
      <dsp:style>
        <a:lnRef idx="2">
          <a:schemeClr val="accent5"/>
        </a:lnRef>
        <a:fillRef idx="1">
          <a:schemeClr val="accent5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686759" tIns="249936" rIns="686759" bIns="85344" anchor="t"/>
        <a:lstStyle>
          <a:lvl1pPr algn="l">
            <a:defRPr sz="12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615150"/>
        <a:ext cx="8848725" cy="302400"/>
      </dsp:txXfrm>
    </dsp:sp>
    <dsp:sp modelId="{F0D1CCF8-1E62-4C51-AE6B-9E927A51433A}">
      <dsp:nvSpPr>
        <dsp:cNvPr id="34" name="Rounded Rectangle 33"/>
        <dsp:cNvSpPr/>
      </dsp:nvSpPr>
      <dsp:spPr bwMode="white">
        <a:xfrm>
          <a:off x="442436" y="3438030"/>
          <a:ext cx="6194108" cy="354240"/>
        </a:xfrm>
        <a:prstGeom prst="round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34122" tIns="0" rIns="234122" bIns="0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Final Model Training</a:t>
          </a:r>
          <a:endParaRPr lang="en-IN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442436" y="3438030"/>
        <a:ext cx="6194108" cy="354240"/>
      </dsp:txXfrm>
    </dsp:sp>
    <dsp:sp modelId="{AABFD197-D097-4150-B9EC-6CA62E3D5153}">
      <dsp:nvSpPr>
        <dsp:cNvPr id="20" name="Rectangle 19"/>
        <dsp:cNvSpPr/>
      </dsp:nvSpPr>
      <dsp:spPr bwMode="white">
        <a:xfrm>
          <a:off x="0" y="4159470"/>
          <a:ext cx="8848725" cy="302400"/>
        </a:xfrm>
        <a:prstGeom prst="rect">
          <a:avLst/>
        </a:prstGeom>
      </dsp:spPr>
      <dsp:style>
        <a:lnRef idx="2">
          <a:schemeClr val="accent5"/>
        </a:lnRef>
        <a:fillRef idx="1">
          <a:schemeClr val="accent5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686759" tIns="249936" rIns="686759" bIns="85344" anchor="t"/>
        <a:lstStyle>
          <a:lvl1pPr algn="l">
            <a:defRPr sz="12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4159470"/>
        <a:ext cx="8848725" cy="302400"/>
      </dsp:txXfrm>
    </dsp:sp>
    <dsp:sp modelId="{3E19F96A-3F6F-4D8A-9032-997E221A063D}">
      <dsp:nvSpPr>
        <dsp:cNvPr id="19" name="Rounded Rectangle 18"/>
        <dsp:cNvSpPr/>
      </dsp:nvSpPr>
      <dsp:spPr bwMode="white">
        <a:xfrm>
          <a:off x="442436" y="3982350"/>
          <a:ext cx="6194108" cy="354240"/>
        </a:xfrm>
        <a:prstGeom prst="round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34122" tIns="0" rIns="234122" bIns="0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I</a:t>
          </a: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ndependent Test Evaluation</a:t>
          </a:r>
          <a:endParaRPr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  <a:sym typeface="+mn-ea"/>
          </a:endParaRPr>
        </a:p>
      </dsp:txBody>
      <dsp:txXfrm>
        <a:off x="442436" y="3982350"/>
        <a:ext cx="6194108" cy="354240"/>
      </dsp:txXfrm>
    </dsp:sp>
    <dsp:sp modelId="{64349F8C-4EDD-4BC8-BE30-034A2FB92042}">
      <dsp:nvSpPr>
        <dsp:cNvPr id="23" name="Rectangle 22"/>
        <dsp:cNvSpPr/>
      </dsp:nvSpPr>
      <dsp:spPr bwMode="white">
        <a:xfrm>
          <a:off x="0" y="4703790"/>
          <a:ext cx="8848725" cy="302400"/>
        </a:xfrm>
        <a:prstGeom prst="rect">
          <a:avLst/>
        </a:prstGeom>
      </dsp:spPr>
      <dsp:style>
        <a:lnRef idx="2">
          <a:schemeClr val="accent5"/>
        </a:lnRef>
        <a:fillRef idx="1">
          <a:schemeClr val="accent5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686759" tIns="249936" rIns="686759" bIns="85344" anchor="t"/>
        <a:lstStyle>
          <a:lvl1pPr algn="l">
            <a:defRPr sz="12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4703790"/>
        <a:ext cx="8848725" cy="302400"/>
      </dsp:txXfrm>
    </dsp:sp>
    <dsp:sp modelId="{13D9AF21-312C-4F45-8F47-94A780472EFC}">
      <dsp:nvSpPr>
        <dsp:cNvPr id="22" name="Rounded Rectangle 21"/>
        <dsp:cNvSpPr/>
      </dsp:nvSpPr>
      <dsp:spPr bwMode="white">
        <a:xfrm>
          <a:off x="442436" y="4526670"/>
          <a:ext cx="6194108" cy="354240"/>
        </a:xfrm>
        <a:prstGeom prst="round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34122" tIns="0" rIns="234122" bIns="0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J</a:t>
          </a: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oblib Model Saving</a:t>
          </a:r>
          <a:endParaRPr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  <a:sym typeface="+mn-ea"/>
          </a:endParaRPr>
        </a:p>
      </dsp:txBody>
      <dsp:txXfrm>
        <a:off x="442436" y="4526670"/>
        <a:ext cx="6194108" cy="354240"/>
      </dsp:txXfrm>
    </dsp:sp>
    <dsp:sp modelId="{BD193B42-B0E6-4F48-AEE1-163D407E633B}">
      <dsp:nvSpPr>
        <dsp:cNvPr id="26" name="Rectangle 25"/>
        <dsp:cNvSpPr/>
      </dsp:nvSpPr>
      <dsp:spPr bwMode="white">
        <a:xfrm>
          <a:off x="0" y="5248110"/>
          <a:ext cx="8848725" cy="302400"/>
        </a:xfrm>
        <a:prstGeom prst="rect">
          <a:avLst/>
        </a:prstGeom>
      </dsp:spPr>
      <dsp:style>
        <a:lnRef idx="2">
          <a:schemeClr val="accent5"/>
        </a:lnRef>
        <a:fillRef idx="1">
          <a:schemeClr val="accent5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686759" tIns="249936" rIns="686759" bIns="85344" anchor="t"/>
        <a:lstStyle>
          <a:lvl1pPr algn="l">
            <a:defRPr sz="12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5248110"/>
        <a:ext cx="8848725" cy="302400"/>
      </dsp:txXfrm>
    </dsp:sp>
    <dsp:sp modelId="{E2B0CD87-7E15-4CBB-9890-2FAB7E365132}">
      <dsp:nvSpPr>
        <dsp:cNvPr id="25" name="Rounded Rectangle 24"/>
        <dsp:cNvSpPr/>
      </dsp:nvSpPr>
      <dsp:spPr bwMode="white">
        <a:xfrm>
          <a:off x="442436" y="5070990"/>
          <a:ext cx="6194108" cy="354240"/>
        </a:xfrm>
        <a:prstGeom prst="round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34122" tIns="0" rIns="234122" bIns="0" anchor="ctr"/>
        <a:lstStyle>
          <a:lvl1pPr algn="l">
            <a:defRPr sz="1200"/>
          </a:lvl1pPr>
          <a:lvl2pPr marL="57150" indent="-57150" algn="l">
            <a:defRPr sz="900"/>
          </a:lvl2pPr>
          <a:lvl3pPr marL="114300" indent="-57150" algn="l">
            <a:defRPr sz="900"/>
          </a:lvl3pPr>
          <a:lvl4pPr marL="171450" indent="-57150" algn="l">
            <a:defRPr sz="900"/>
          </a:lvl4pPr>
          <a:lvl5pPr marL="228600" indent="-57150" algn="l">
            <a:defRPr sz="900"/>
          </a:lvl5pPr>
          <a:lvl6pPr marL="285750" indent="-57150" algn="l">
            <a:defRPr sz="900"/>
          </a:lvl6pPr>
          <a:lvl7pPr marL="342900" indent="-57150" algn="l">
            <a:defRPr sz="900"/>
          </a:lvl7pPr>
          <a:lvl8pPr marL="400050" indent="-57150" algn="l">
            <a:defRPr sz="900"/>
          </a:lvl8pPr>
          <a:lvl9pPr marL="457200" indent="-57150" algn="l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S</a:t>
          </a:r>
          <a:r>
            <a:rPr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rPr>
            <a:t>treamlit Deployment</a:t>
          </a:r>
          <a:endParaRPr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  <a:sym typeface="+mn-ea"/>
          </a:endParaRPr>
        </a:p>
      </dsp:txBody>
      <dsp:txXfrm>
        <a:off x="442436" y="5070990"/>
        <a:ext cx="6194108" cy="354240"/>
      </dsp:txXfrm>
    </dsp:sp>
    <dsp:sp modelId="{58B158CB-C1D2-4676-88E6-6B3937A00A96}">
      <dsp:nvSpPr>
        <dsp:cNvPr id="3" name="Rectangle 2" hidden="1"/>
        <dsp:cNvSpPr/>
      </dsp:nvSpPr>
      <dsp:spPr>
        <a:xfrm>
          <a:off x="0" y="172110"/>
          <a:ext cx="442436" cy="354240"/>
        </a:xfrm>
        <a:prstGeom prst="rect">
          <a:avLst/>
        </a:prstGeom>
      </dsp:spPr>
      <dsp:txXfrm>
        <a:off x="0" y="172110"/>
        <a:ext cx="442436" cy="354240"/>
      </dsp:txXfrm>
    </dsp:sp>
    <dsp:sp modelId="{6D5CC4D2-C29C-4E22-8DCD-3E9818FDFB65}">
      <dsp:nvSpPr>
        <dsp:cNvPr id="6" name="Rectangle 5" hidden="1"/>
        <dsp:cNvSpPr/>
      </dsp:nvSpPr>
      <dsp:spPr>
        <a:xfrm>
          <a:off x="0" y="716430"/>
          <a:ext cx="442436" cy="354240"/>
        </a:xfrm>
        <a:prstGeom prst="rect">
          <a:avLst/>
        </a:prstGeom>
      </dsp:spPr>
      <dsp:txXfrm>
        <a:off x="0" y="716430"/>
        <a:ext cx="442436" cy="354240"/>
      </dsp:txXfrm>
    </dsp:sp>
    <dsp:sp modelId="{35936D77-AB85-470F-8EFA-89A12A9E75E5}">
      <dsp:nvSpPr>
        <dsp:cNvPr id="9" name="Rectangle 8" hidden="1"/>
        <dsp:cNvSpPr/>
      </dsp:nvSpPr>
      <dsp:spPr>
        <a:xfrm>
          <a:off x="0" y="1260750"/>
          <a:ext cx="442436" cy="354240"/>
        </a:xfrm>
        <a:prstGeom prst="rect">
          <a:avLst/>
        </a:prstGeom>
      </dsp:spPr>
      <dsp:txXfrm>
        <a:off x="0" y="1260750"/>
        <a:ext cx="442436" cy="354240"/>
      </dsp:txXfrm>
    </dsp:sp>
    <dsp:sp modelId="{AEA4B341-6C57-43B8-BC42-9813D43D1335}">
      <dsp:nvSpPr>
        <dsp:cNvPr id="12" name="Rectangle 11" hidden="1"/>
        <dsp:cNvSpPr/>
      </dsp:nvSpPr>
      <dsp:spPr>
        <a:xfrm>
          <a:off x="0" y="1805070"/>
          <a:ext cx="442436" cy="354240"/>
        </a:xfrm>
        <a:prstGeom prst="rect">
          <a:avLst/>
        </a:prstGeom>
      </dsp:spPr>
      <dsp:txXfrm>
        <a:off x="0" y="1805070"/>
        <a:ext cx="442436" cy="354240"/>
      </dsp:txXfrm>
    </dsp:sp>
    <dsp:sp modelId="{1ACE5E9B-8037-4C98-BEAD-52A74E5DD32E}">
      <dsp:nvSpPr>
        <dsp:cNvPr id="27" name="Rectangle 26" hidden="1"/>
        <dsp:cNvSpPr/>
      </dsp:nvSpPr>
      <dsp:spPr>
        <a:xfrm>
          <a:off x="0" y="2349390"/>
          <a:ext cx="442436" cy="354240"/>
        </a:xfrm>
        <a:prstGeom prst="rect">
          <a:avLst/>
        </a:prstGeom>
      </dsp:spPr>
      <dsp:txXfrm>
        <a:off x="0" y="2349390"/>
        <a:ext cx="442436" cy="354240"/>
      </dsp:txXfrm>
    </dsp:sp>
    <dsp:sp modelId="{09CBCBA7-E2EE-4654-BCFB-AB2C2D77E66B}">
      <dsp:nvSpPr>
        <dsp:cNvPr id="15" name="Rectangle 14" hidden="1"/>
        <dsp:cNvSpPr/>
      </dsp:nvSpPr>
      <dsp:spPr>
        <a:xfrm>
          <a:off x="0" y="2893710"/>
          <a:ext cx="442436" cy="354240"/>
        </a:xfrm>
        <a:prstGeom prst="rect">
          <a:avLst/>
        </a:prstGeom>
      </dsp:spPr>
      <dsp:txXfrm>
        <a:off x="0" y="2893710"/>
        <a:ext cx="442436" cy="354240"/>
      </dsp:txXfrm>
    </dsp:sp>
    <dsp:sp modelId="{D3115B29-170F-4ABA-8028-64CBEB3F47F8}">
      <dsp:nvSpPr>
        <dsp:cNvPr id="33" name="Rectangle 32" hidden="1"/>
        <dsp:cNvSpPr/>
      </dsp:nvSpPr>
      <dsp:spPr>
        <a:xfrm>
          <a:off x="0" y="3438030"/>
          <a:ext cx="442436" cy="354240"/>
        </a:xfrm>
        <a:prstGeom prst="rect">
          <a:avLst/>
        </a:prstGeom>
      </dsp:spPr>
      <dsp:txXfrm>
        <a:off x="0" y="3438030"/>
        <a:ext cx="442436" cy="354240"/>
      </dsp:txXfrm>
    </dsp:sp>
    <dsp:sp modelId="{4013C9DF-F535-49CB-A88F-870E27632EBC}">
      <dsp:nvSpPr>
        <dsp:cNvPr id="18" name="Rectangle 17" hidden="1"/>
        <dsp:cNvSpPr/>
      </dsp:nvSpPr>
      <dsp:spPr>
        <a:xfrm>
          <a:off x="0" y="3982350"/>
          <a:ext cx="442436" cy="354240"/>
        </a:xfrm>
        <a:prstGeom prst="rect">
          <a:avLst/>
        </a:prstGeom>
      </dsp:spPr>
      <dsp:txXfrm>
        <a:off x="0" y="3982350"/>
        <a:ext cx="442436" cy="354240"/>
      </dsp:txXfrm>
    </dsp:sp>
    <dsp:sp modelId="{345694FF-AD8F-483E-90D0-CBE639DD318D}">
      <dsp:nvSpPr>
        <dsp:cNvPr id="21" name="Rectangle 20" hidden="1"/>
        <dsp:cNvSpPr/>
      </dsp:nvSpPr>
      <dsp:spPr>
        <a:xfrm>
          <a:off x="0" y="4526670"/>
          <a:ext cx="442436" cy="354240"/>
        </a:xfrm>
        <a:prstGeom prst="rect">
          <a:avLst/>
        </a:prstGeom>
      </dsp:spPr>
      <dsp:txXfrm>
        <a:off x="0" y="4526670"/>
        <a:ext cx="442436" cy="354240"/>
      </dsp:txXfrm>
    </dsp:sp>
    <dsp:sp modelId="{7CB0D02F-A9E3-433D-B5FE-61210931C48C}">
      <dsp:nvSpPr>
        <dsp:cNvPr id="24" name="Rectangle 23" hidden="1"/>
        <dsp:cNvSpPr/>
      </dsp:nvSpPr>
      <dsp:spPr>
        <a:xfrm>
          <a:off x="0" y="5070990"/>
          <a:ext cx="442436" cy="354240"/>
        </a:xfrm>
        <a:prstGeom prst="rect">
          <a:avLst/>
        </a:prstGeom>
      </dsp:spPr>
      <dsp:txXfrm>
        <a:off x="0" y="5070990"/>
        <a:ext cx="442436" cy="354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266805" cy="4017645"/>
        <a:chOff x="0" y="0"/>
        <a:chExt cx="11266805" cy="4017645"/>
      </a:xfrm>
    </dsp:grpSpPr>
    <dsp:sp modelId="{5D9704F8-5A95-419F-B794-1E2F82666BDB}">
      <dsp:nvSpPr>
        <dsp:cNvPr id="3" name="Rectangle 2"/>
        <dsp:cNvSpPr/>
      </dsp:nvSpPr>
      <dsp:spPr bwMode="white">
        <a:xfrm>
          <a:off x="0" y="330835"/>
          <a:ext cx="2549051" cy="888365"/>
        </a:xfrm>
        <a:prstGeom prst="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0688" tIns="97536" rIns="170688" bIns="97536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4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Data Cleanin</a:t>
          </a:r>
          <a:r>
            <a:rPr lang="en-IN" altLang="en-US" sz="24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g</a:t>
          </a:r>
          <a:endParaRPr lang="en-IN" altLang="en-US" sz="2400" b="1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0" y="330835"/>
        <a:ext cx="2549051" cy="888365"/>
      </dsp:txXfrm>
    </dsp:sp>
    <dsp:sp modelId="{C0A6D3D8-DBC2-45B6-8DEF-789A72552BB4}">
      <dsp:nvSpPr>
        <dsp:cNvPr id="4" name="Rectangle 3"/>
        <dsp:cNvSpPr/>
      </dsp:nvSpPr>
      <dsp:spPr bwMode="white">
        <a:xfrm>
          <a:off x="0" y="1219200"/>
          <a:ext cx="2549051" cy="2467610"/>
        </a:xfrm>
        <a:prstGeom prst="rect">
          <a:avLst/>
        </a:prstGeom>
      </dsp:spPr>
      <dsp:style>
        <a:lnRef idx="2">
          <a:schemeClr val="accent1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22682" tIns="122682" rIns="163576" bIns="184023" anchor="t"/>
        <a:lstStyle>
          <a:lvl1pPr algn="l">
            <a:defRPr sz="23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Checked missing values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Removed constant features where applicable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0" y="1219200"/>
        <a:ext cx="2549051" cy="2467610"/>
      </dsp:txXfrm>
    </dsp:sp>
    <dsp:sp modelId="{3E0BA246-3456-471B-AD87-1436FD251DD8}">
      <dsp:nvSpPr>
        <dsp:cNvPr id="5" name="Rectangle 4"/>
        <dsp:cNvSpPr/>
      </dsp:nvSpPr>
      <dsp:spPr bwMode="white">
        <a:xfrm>
          <a:off x="2905918" y="330835"/>
          <a:ext cx="2549051" cy="888365"/>
        </a:xfrm>
        <a:prstGeom prst="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3576" tIns="93472" rIns="163576" bIns="93472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RUL Target</a:t>
          </a:r>
          <a:endParaRPr lang="en-US" altLang="en-GB" b="1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2905918" y="330835"/>
        <a:ext cx="2549051" cy="888365"/>
      </dsp:txXfrm>
    </dsp:sp>
    <dsp:sp modelId="{33CF15AD-8A19-4E9A-9BED-239A79CAF737}">
      <dsp:nvSpPr>
        <dsp:cNvPr id="6" name="Rectangle 5"/>
        <dsp:cNvSpPr/>
      </dsp:nvSpPr>
      <dsp:spPr bwMode="white">
        <a:xfrm>
          <a:off x="2905918" y="1219200"/>
          <a:ext cx="2549051" cy="2467610"/>
        </a:xfrm>
        <a:prstGeom prst="rect">
          <a:avLst/>
        </a:prstGeom>
      </dsp:spPr>
      <dsp:style>
        <a:lnRef idx="2">
          <a:schemeClr val="accent1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22682" tIns="122682" rIns="163576" bIns="184023" anchor="t"/>
        <a:lstStyle>
          <a:lvl1pPr algn="l">
            <a:defRPr sz="23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Generated RUL for training data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RUL used as regression target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2905918" y="1219200"/>
        <a:ext cx="2549051" cy="2467610"/>
      </dsp:txXfrm>
    </dsp:sp>
    <dsp:sp modelId="{FC453BFD-315B-4968-86FA-B7D3125F3320}">
      <dsp:nvSpPr>
        <dsp:cNvPr id="7" name="Rectangle 6"/>
        <dsp:cNvSpPr/>
      </dsp:nvSpPr>
      <dsp:spPr bwMode="white">
        <a:xfrm>
          <a:off x="5811836" y="330835"/>
          <a:ext cx="2549051" cy="888365"/>
        </a:xfrm>
        <a:prstGeom prst="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3576" tIns="93472" rIns="163576" bIns="93472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Feature Selection</a:t>
          </a:r>
          <a:endParaRPr lang="en-US" altLang="en-GB" b="1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5811836" y="330835"/>
        <a:ext cx="2549051" cy="888365"/>
      </dsp:txXfrm>
    </dsp:sp>
    <dsp:sp modelId="{B357C82A-FE93-416B-AFBF-A74F9E99C4E4}">
      <dsp:nvSpPr>
        <dsp:cNvPr id="8" name="Rectangle 7"/>
        <dsp:cNvSpPr/>
      </dsp:nvSpPr>
      <dsp:spPr bwMode="white">
        <a:xfrm>
          <a:off x="5811836" y="1219200"/>
          <a:ext cx="2549051" cy="2467610"/>
        </a:xfrm>
        <a:prstGeom prst="rect">
          <a:avLst/>
        </a:prstGeom>
      </dsp:spPr>
      <dsp:style>
        <a:lnRef idx="2">
          <a:schemeClr val="accent1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22682" tIns="122682" rIns="163576" bIns="184023" anchor="t"/>
        <a:lstStyle>
          <a:lvl1pPr algn="l">
            <a:defRPr sz="23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Selected sensor &amp; operating-condition features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Excluded Engine ID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5811836" y="1219200"/>
        <a:ext cx="2549051" cy="2467610"/>
      </dsp:txXfrm>
    </dsp:sp>
    <dsp:sp modelId="{58A2A140-123F-42BA-A21A-5599920D1D61}">
      <dsp:nvSpPr>
        <dsp:cNvPr id="9" name="Rectangle 8"/>
        <dsp:cNvSpPr/>
      </dsp:nvSpPr>
      <dsp:spPr bwMode="white">
        <a:xfrm>
          <a:off x="8717754" y="330835"/>
          <a:ext cx="2549051" cy="888365"/>
        </a:xfrm>
        <a:prstGeom prst="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3576" tIns="93472" rIns="163576" bIns="93472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Model Preparation</a:t>
          </a:r>
          <a:endParaRPr lang="en-US" altLang="en-GB" b="1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8717754" y="330835"/>
        <a:ext cx="2549051" cy="888365"/>
      </dsp:txXfrm>
    </dsp:sp>
    <dsp:sp modelId="{0BACF14B-8CD6-4D92-BF5B-B95E3A65E259}">
      <dsp:nvSpPr>
        <dsp:cNvPr id="10" name="Rectangle 9"/>
        <dsp:cNvSpPr/>
      </dsp:nvSpPr>
      <dsp:spPr bwMode="white">
        <a:xfrm>
          <a:off x="8717754" y="1219200"/>
          <a:ext cx="2549051" cy="2467610"/>
        </a:xfrm>
        <a:prstGeom prst="rect">
          <a:avLst/>
        </a:prstGeom>
      </dsp:spPr>
      <dsp:style>
        <a:lnRef idx="2">
          <a:schemeClr val="accent1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22682" tIns="122682" rIns="163576" bIns="184023" anchor="t"/>
        <a:lstStyle>
          <a:lvl1pPr algn="l">
            <a:defRPr sz="23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Prepared train/test features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No standardization required for tree-based models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8717754" y="1219200"/>
        <a:ext cx="2549051" cy="24676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014710" cy="2553335"/>
        <a:chOff x="0" y="0"/>
        <a:chExt cx="11014710" cy="2553335"/>
      </a:xfrm>
    </dsp:grpSpPr>
    <dsp:sp modelId="{DD9406C3-FC80-4468-A55B-122D744D43F0}">
      <dsp:nvSpPr>
        <dsp:cNvPr id="4" name="Top Corners Rounded Rectangle 3"/>
        <dsp:cNvSpPr/>
      </dsp:nvSpPr>
      <dsp:spPr bwMode="white">
        <a:xfrm rot="5400000">
          <a:off x="7160540" y="-3112879"/>
          <a:ext cx="658925" cy="7049414"/>
        </a:xfrm>
        <a:prstGeom prst="round2SameRect">
          <a:avLst/>
        </a:prstGeom>
      </dsp:spPr>
      <dsp:style>
        <a:lnRef idx="2">
          <a:schemeClr val="accent5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91439" tIns="45719" rIns="91439" bIns="45719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Baseline regression model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 rot="5400000">
        <a:off x="7160540" y="-3112879"/>
        <a:ext cx="658925" cy="7049414"/>
      </dsp:txXfrm>
    </dsp:sp>
    <dsp:sp modelId="{96BE2B31-D87C-43E1-BE64-4C27B13F4AA4}">
      <dsp:nvSpPr>
        <dsp:cNvPr id="3" name="Rounded Rectangle 2"/>
        <dsp:cNvSpPr/>
      </dsp:nvSpPr>
      <dsp:spPr bwMode="white">
        <a:xfrm>
          <a:off x="0" y="0"/>
          <a:ext cx="3965296" cy="823656"/>
        </a:xfrm>
        <a:prstGeom prst="round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45719" rIns="9143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4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Decision Tree Regressor</a:t>
          </a:r>
          <a:endParaRPr lang="en-US" altLang="en-GB" sz="2400" b="1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0" y="0"/>
        <a:ext cx="3965296" cy="823656"/>
      </dsp:txXfrm>
    </dsp:sp>
    <dsp:sp modelId="{6EB2A58E-CA03-4F76-94B6-D8FE50231963}">
      <dsp:nvSpPr>
        <dsp:cNvPr id="6" name="Top Corners Rounded Rectangle 5"/>
        <dsp:cNvSpPr/>
      </dsp:nvSpPr>
      <dsp:spPr bwMode="white">
        <a:xfrm rot="5400000">
          <a:off x="7160540" y="-2248040"/>
          <a:ext cx="658925" cy="7049414"/>
        </a:xfrm>
        <a:prstGeom prst="round2SameRect">
          <a:avLst/>
        </a:prstGeom>
      </dsp:spPr>
      <dsp:style>
        <a:lnRef idx="2">
          <a:schemeClr val="accent5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91439" tIns="45719" rIns="91439" bIns="45719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Ensemble of multiple decision trees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 rot="5400000">
        <a:off x="7160540" y="-2248040"/>
        <a:ext cx="658925" cy="7049414"/>
      </dsp:txXfrm>
    </dsp:sp>
    <dsp:sp modelId="{EBD335B5-8308-49CB-9630-99D852747B1F}">
      <dsp:nvSpPr>
        <dsp:cNvPr id="5" name="Rounded Rectangle 4"/>
        <dsp:cNvSpPr/>
      </dsp:nvSpPr>
      <dsp:spPr bwMode="white">
        <a:xfrm>
          <a:off x="0" y="864839"/>
          <a:ext cx="3965296" cy="823656"/>
        </a:xfrm>
        <a:prstGeom prst="round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45719" rIns="9143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4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Random Forest Regresso</a:t>
          </a:r>
          <a:r>
            <a:rPr lang="en-US" altLang="en-GB" sz="2400" b="1">
              <a:solidFill>
                <a:schemeClr val="dk1"/>
              </a:solidFill>
            </a:rPr>
            <a:t>r</a:t>
          </a:r>
          <a:endParaRPr lang="en-US" altLang="en-GB" sz="2400" b="1">
            <a:solidFill>
              <a:schemeClr val="dk1"/>
            </a:solidFill>
          </a:endParaRPr>
        </a:p>
      </dsp:txBody>
      <dsp:txXfrm>
        <a:off x="0" y="864839"/>
        <a:ext cx="3965296" cy="823656"/>
      </dsp:txXfrm>
    </dsp:sp>
    <dsp:sp modelId="{64028F0D-BE57-4642-92F7-303D4E45C524}">
      <dsp:nvSpPr>
        <dsp:cNvPr id="8" name="Top Corners Rounded Rectangle 7"/>
        <dsp:cNvSpPr/>
      </dsp:nvSpPr>
      <dsp:spPr bwMode="white">
        <a:xfrm rot="5400000">
          <a:off x="7160540" y="-1383200"/>
          <a:ext cx="658925" cy="7049414"/>
        </a:xfrm>
        <a:prstGeom prst="round2SameRect">
          <a:avLst/>
        </a:prstGeom>
      </dsp:spPr>
      <dsp:style>
        <a:lnRef idx="2">
          <a:schemeClr val="accent5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91439" tIns="45719" rIns="91439" bIns="45719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Sequentially builds trees to improve predictions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 rot="5400000">
        <a:off x="7160540" y="-1383200"/>
        <a:ext cx="658925" cy="7049414"/>
      </dsp:txXfrm>
    </dsp:sp>
    <dsp:sp modelId="{B093CE78-670B-40EB-95CF-315E334D550F}">
      <dsp:nvSpPr>
        <dsp:cNvPr id="7" name="Rounded Rectangle 6"/>
        <dsp:cNvSpPr/>
      </dsp:nvSpPr>
      <dsp:spPr bwMode="white">
        <a:xfrm>
          <a:off x="0" y="1729679"/>
          <a:ext cx="3965296" cy="823656"/>
        </a:xfrm>
        <a:prstGeom prst="round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91439" tIns="45719" rIns="9143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4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Gradient Boosting Regressor</a:t>
          </a:r>
          <a:endParaRPr lang="en-US" altLang="en-GB" sz="2400" b="1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0" y="1729679"/>
        <a:ext cx="3965296" cy="8236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5084445" cy="3017520"/>
        <a:chOff x="0" y="0"/>
        <a:chExt cx="5084445" cy="3017520"/>
      </a:xfrm>
    </dsp:grpSpPr>
    <dsp:sp modelId="{5D9704F8-5A95-419F-B794-1E2F82666BDB}">
      <dsp:nvSpPr>
        <dsp:cNvPr id="3" name="Rectangle 2"/>
        <dsp:cNvSpPr/>
      </dsp:nvSpPr>
      <dsp:spPr bwMode="white">
        <a:xfrm>
          <a:off x="0" y="0"/>
          <a:ext cx="5084445" cy="1195057"/>
        </a:xfrm>
        <a:prstGeom prst="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0688" tIns="97536" rIns="170688" bIns="9753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4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Model Evaluation</a:t>
          </a:r>
          <a:endParaRPr lang="en-US" altLang="en-GB" sz="2400" b="1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0" y="0"/>
        <a:ext cx="5084445" cy="1195057"/>
      </dsp:txXfrm>
    </dsp:sp>
    <dsp:sp modelId="{C0A6D3D8-DBC2-45B6-8DEF-789A72552BB4}">
      <dsp:nvSpPr>
        <dsp:cNvPr id="4" name="Rectangle 3"/>
        <dsp:cNvSpPr/>
      </dsp:nvSpPr>
      <dsp:spPr bwMode="white">
        <a:xfrm>
          <a:off x="0" y="1195057"/>
          <a:ext cx="5084445" cy="1822463"/>
        </a:xfrm>
        <a:prstGeom prst="rect">
          <a:avLst/>
        </a:prstGeom>
      </dsp:spPr>
      <dsp:style>
        <a:lnRef idx="2">
          <a:schemeClr val="accent5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70688" bIns="192024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MAE </a:t>
          </a: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—</a:t>
          </a: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 Mean Absolute Error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RMSE </a:t>
          </a: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—</a:t>
          </a: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 Root Mean Squared Error</a:t>
          </a:r>
          <a:endParaRPr lang="zh-CN" altLang="en-US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0" y="1195057"/>
        <a:ext cx="5084445" cy="18224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5709285" cy="3017520"/>
        <a:chOff x="0" y="0"/>
        <a:chExt cx="5709285" cy="3017520"/>
      </a:xfrm>
    </dsp:grpSpPr>
    <dsp:sp modelId="{5D9704F8-5A95-419F-B794-1E2F82666BDB}">
      <dsp:nvSpPr>
        <dsp:cNvPr id="3" name="Rectangle 2"/>
        <dsp:cNvSpPr/>
      </dsp:nvSpPr>
      <dsp:spPr bwMode="white">
        <a:xfrm>
          <a:off x="0" y="0"/>
          <a:ext cx="5709285" cy="1195057"/>
        </a:xfrm>
        <a:prstGeom prst="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0688" tIns="97536" rIns="170688" bIns="9753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4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Hyperparameter Tuning</a:t>
          </a:r>
          <a:endParaRPr lang="en-US" altLang="en-GB" sz="2400" b="1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0" y="0"/>
        <a:ext cx="5709285" cy="1195057"/>
      </dsp:txXfrm>
    </dsp:sp>
    <dsp:sp modelId="{C0A6D3D8-DBC2-45B6-8DEF-789A72552BB4}">
      <dsp:nvSpPr>
        <dsp:cNvPr id="4" name="Rectangle 3"/>
        <dsp:cNvSpPr/>
      </dsp:nvSpPr>
      <dsp:spPr bwMode="white">
        <a:xfrm>
          <a:off x="0" y="1195057"/>
          <a:ext cx="5709285" cy="1822463"/>
        </a:xfrm>
        <a:prstGeom prst="rect">
          <a:avLst/>
        </a:prstGeom>
      </dsp:spPr>
      <dsp:style>
        <a:lnRef idx="2">
          <a:schemeClr val="accent5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70688" bIns="192024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Tested selected hyperparameter values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Compared validation MAE/RMSE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Used the better-performing configuration for final model training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0" y="1195057"/>
        <a:ext cx="5709285" cy="182246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139805" cy="3392170"/>
        <a:chOff x="0" y="0"/>
        <a:chExt cx="11139805" cy="3392170"/>
      </a:xfrm>
    </dsp:grpSpPr>
    <dsp:sp modelId="{5D9704F8-5A95-419F-B794-1E2F82666BDB}">
      <dsp:nvSpPr>
        <dsp:cNvPr id="3" name="Rectangle 2"/>
        <dsp:cNvSpPr/>
      </dsp:nvSpPr>
      <dsp:spPr bwMode="white">
        <a:xfrm>
          <a:off x="0" y="0"/>
          <a:ext cx="5205516" cy="1343434"/>
        </a:xfrm>
        <a:prstGeom prst="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84912" tIns="105664" rIns="184912" bIns="105664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NASA Test Data</a:t>
          </a:r>
          <a:endParaRPr lang="en-US" altLang="en-GB" sz="26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0" y="0"/>
        <a:ext cx="5205516" cy="1343434"/>
      </dsp:txXfrm>
    </dsp:sp>
    <dsp:sp modelId="{C0A6D3D8-DBC2-45B6-8DEF-789A72552BB4}">
      <dsp:nvSpPr>
        <dsp:cNvPr id="4" name="Rectangle 3"/>
        <dsp:cNvSpPr/>
      </dsp:nvSpPr>
      <dsp:spPr bwMode="white">
        <a:xfrm>
          <a:off x="0" y="1343434"/>
          <a:ext cx="5205516" cy="2048736"/>
        </a:xfrm>
        <a:prstGeom prst="rect">
          <a:avLst/>
        </a:prstGeom>
      </dsp:spPr>
      <dsp:style>
        <a:lnRef idx="2">
          <a:schemeClr val="accent5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70688" bIns="192024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Select FD001</a:t>
          </a: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–</a:t>
          </a: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FD004 dataset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Select a specific engine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Use the engine's final observed cycle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Generate the predicted RUL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0" y="1343434"/>
        <a:ext cx="5205516" cy="2048736"/>
      </dsp:txXfrm>
    </dsp:sp>
    <dsp:sp modelId="{3E0BA246-3456-471B-AD87-1436FD251DD8}">
      <dsp:nvSpPr>
        <dsp:cNvPr id="5" name="Rectangle 4"/>
        <dsp:cNvSpPr/>
      </dsp:nvSpPr>
      <dsp:spPr bwMode="white">
        <a:xfrm>
          <a:off x="5934289" y="0"/>
          <a:ext cx="5205516" cy="1343434"/>
        </a:xfrm>
        <a:prstGeom prst="rect">
          <a:avLst/>
        </a:prstGeom>
      </dsp:spPr>
      <dsp:style>
        <a:lnRef idx="2">
          <a:schemeClr val="accent5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84912" tIns="105664" rIns="184912" bIns="105664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Manual Prediction</a:t>
          </a:r>
          <a:endParaRPr lang="en-US" altLang="en-GB" sz="26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5934289" y="0"/>
        <a:ext cx="5205516" cy="1343434"/>
      </dsp:txXfrm>
    </dsp:sp>
    <dsp:sp modelId="{33CF15AD-8A19-4E9A-9BED-239A79CAF737}">
      <dsp:nvSpPr>
        <dsp:cNvPr id="6" name="Rectangle 5"/>
        <dsp:cNvSpPr/>
      </dsp:nvSpPr>
      <dsp:spPr bwMode="white">
        <a:xfrm>
          <a:off x="5934289" y="1343434"/>
          <a:ext cx="5205516" cy="2048736"/>
        </a:xfrm>
        <a:prstGeom prst="rect">
          <a:avLst/>
        </a:prstGeom>
      </dsp:spPr>
      <dsp:style>
        <a:lnRef idx="2">
          <a:schemeClr val="accent5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70688" bIns="192024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Enter current sensor measurements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Provide operating-condition values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Generate an estimated RUL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 sz="24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Example: 122.71 cycles</a:t>
          </a:r>
          <a:endParaRPr lang="en-US" altLang="en-GB" sz="2400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5934289" y="1343434"/>
        <a:ext cx="5205516" cy="20487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754995" cy="4878705"/>
        <a:chOff x="0" y="0"/>
        <a:chExt cx="10754995" cy="4878705"/>
      </a:xfrm>
    </dsp:grpSpPr>
    <dsp:sp modelId="{5D9704F8-5A95-419F-B794-1E2F82666BDB}">
      <dsp:nvSpPr>
        <dsp:cNvPr id="3" name="Rectangle 2"/>
        <dsp:cNvSpPr/>
      </dsp:nvSpPr>
      <dsp:spPr bwMode="white">
        <a:xfrm>
          <a:off x="0" y="43112"/>
          <a:ext cx="5025699" cy="748800"/>
        </a:xfrm>
        <a:prstGeom prst="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6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Limitations</a:t>
          </a:r>
          <a:endParaRPr lang="en-US" altLang="en-GB" sz="2600" b="1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0" y="43112"/>
        <a:ext cx="5025699" cy="748800"/>
      </dsp:txXfrm>
    </dsp:sp>
    <dsp:sp modelId="{C0A6D3D8-DBC2-45B6-8DEF-789A72552BB4}">
      <dsp:nvSpPr>
        <dsp:cNvPr id="4" name="Rectangle 3"/>
        <dsp:cNvSpPr/>
      </dsp:nvSpPr>
      <dsp:spPr bwMode="white">
        <a:xfrm>
          <a:off x="0" y="791913"/>
          <a:ext cx="5025699" cy="4043680"/>
        </a:xfrm>
        <a:prstGeom prst="rect">
          <a:avLst/>
        </a:prstGeom>
      </dsp:spPr>
      <dsp:style>
        <a:lnRef idx="2">
          <a:schemeClr val="accent1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C-MAPSS is a simulated dataset and may not fully represent real industrial engine behavior.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Real-world operating conditions and sensor characteristics may differ.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Accurate RUL prediction depends on reliable sensor measurements.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0" y="791913"/>
        <a:ext cx="5025699" cy="4043680"/>
      </dsp:txXfrm>
    </dsp:sp>
    <dsp:sp modelId="{3E0BA246-3456-471B-AD87-1436FD251DD8}">
      <dsp:nvSpPr>
        <dsp:cNvPr id="5" name="Rectangle 4"/>
        <dsp:cNvSpPr/>
      </dsp:nvSpPr>
      <dsp:spPr bwMode="white">
        <a:xfrm>
          <a:off x="5729296" y="43112"/>
          <a:ext cx="5025699" cy="748800"/>
        </a:xfrm>
        <a:prstGeom prst="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GB" sz="2600" b="1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Future Scope</a:t>
          </a:r>
          <a:endParaRPr lang="en-US" altLang="en-GB" sz="2600" b="1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5729296" y="43112"/>
        <a:ext cx="5025699" cy="748800"/>
      </dsp:txXfrm>
    </dsp:sp>
    <dsp:sp modelId="{33CF15AD-8A19-4E9A-9BED-239A79CAF737}">
      <dsp:nvSpPr>
        <dsp:cNvPr id="6" name="Rectangle 5"/>
        <dsp:cNvSpPr/>
      </dsp:nvSpPr>
      <dsp:spPr bwMode="white">
        <a:xfrm>
          <a:off x="5729296" y="791913"/>
          <a:ext cx="5025699" cy="4043680"/>
        </a:xfrm>
        <a:prstGeom prst="rect">
          <a:avLst/>
        </a:prstGeom>
      </dsp:spPr>
      <dsp:style>
        <a:lnRef idx="2">
          <a:schemeClr val="accent1">
            <a:alpha val="90000"/>
          </a:schemeClr>
        </a:lnRef>
        <a:fillRef idx="1">
          <a:schemeClr val="l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Real-Time Engine Monitoring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Low-RUL Warning &amp; Alerts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Real Industrial Sensor Data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Model Monitoring &amp; Retraining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GB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rPr>
            <a:t>Deep Learning / Time-Series Models</a:t>
          </a:r>
          <a:endParaRPr lang="en-US" altLang="en-GB">
            <a:solidFill>
              <a:schemeClr val="dk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5729296" y="791913"/>
        <a:ext cx="5025699" cy="4043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4.xml"/><Relationship Id="rId8" Type="http://schemas.openxmlformats.org/officeDocument/2006/relationships/diagramQuickStyle" Target="../diagrams/quickStyle4.xml"/><Relationship Id="rId7" Type="http://schemas.openxmlformats.org/officeDocument/2006/relationships/diagramLayout" Target="../diagrams/layout4.xml"/><Relationship Id="rId6" Type="http://schemas.openxmlformats.org/officeDocument/2006/relationships/diagramData" Target="../diagrams/data4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6" Type="http://schemas.openxmlformats.org/officeDocument/2006/relationships/slideLayout" Target="../slideLayouts/slideLayout2.xml"/><Relationship Id="rId15" Type="http://schemas.microsoft.com/office/2007/relationships/diagramDrawing" Target="../diagrams/drawing5.xml"/><Relationship Id="rId14" Type="http://schemas.openxmlformats.org/officeDocument/2006/relationships/diagramColors" Target="../diagrams/colors5.xml"/><Relationship Id="rId13" Type="http://schemas.openxmlformats.org/officeDocument/2006/relationships/diagramQuickStyle" Target="../diagrams/quickStyle5.xml"/><Relationship Id="rId12" Type="http://schemas.openxmlformats.org/officeDocument/2006/relationships/diagramLayout" Target="../diagrams/layout5.xml"/><Relationship Id="rId11" Type="http://schemas.openxmlformats.org/officeDocument/2006/relationships/diagramData" Target="../diagrams/data5.xml"/><Relationship Id="rId10" Type="http://schemas.microsoft.com/office/2007/relationships/diagramDrawing" Target="../diagrams/drawing4.xml"/><Relationship Id="rId1" Type="http://schemas.openxmlformats.org/officeDocument/2006/relationships/diagramData" Target="../diagrams/data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" Type="http://schemas.openxmlformats.org/officeDocument/2006/relationships/diagramData" Target="../diagrams/data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7.xml"/><Relationship Id="rId4" Type="http://schemas.openxmlformats.org/officeDocument/2006/relationships/diagramColors" Target="../diagrams/colors7.xml"/><Relationship Id="rId3" Type="http://schemas.openxmlformats.org/officeDocument/2006/relationships/diagramQuickStyle" Target="../diagrams/quickStyle7.xml"/><Relationship Id="rId2" Type="http://schemas.openxmlformats.org/officeDocument/2006/relationships/diagramLayout" Target="../diagrams/layout7.xml"/><Relationship Id="rId1" Type="http://schemas.openxmlformats.org/officeDocument/2006/relationships/diagramData" Target="../diagrams/data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534035" y="977265"/>
            <a:ext cx="11481435" cy="2910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Predictive Maintenance &amp; RUL Prediction</a:t>
            </a:r>
            <a:endParaRPr sz="3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Using NASA C-MAPSS Turbofan Engine Degradation Data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Machine Learning • Model Evaluation • Streamlit</a:t>
            </a:r>
            <a:r>
              <a:rPr sz="320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endParaRPr lang="en-US" altLang="en-GB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381125" y="506793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Presented by</a:t>
            </a:r>
            <a:endParaRPr lang="en-IN" altLang="en-GB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GB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Akhil M </a:t>
            </a:r>
            <a:endParaRPr lang="en-IN" altLang="en-GB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77165" y="182245"/>
            <a:ext cx="4199890" cy="854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Project Overview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92100" y="719455"/>
            <a:ext cx="11394440" cy="4186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Machine Learning regression project for RUL prediction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Uses NASA C-MAPSS turbofan engine degradation data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Covers FD001, FD002, FD003 and FD004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Uses engine operating conditions and sensor measurements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Compares Decision Tree, Random Forest and Gradient Boosting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Evaluates models using MAE and RMSE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Deploys the final models using Streamlit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92100" y="5106670"/>
            <a:ext cx="7922895" cy="150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Problem Type</a:t>
            </a: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</a:rPr>
              <a:t> : </a:t>
            </a: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Regression</a:t>
            </a:r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Domain</a:t>
            </a: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</a:rPr>
              <a:t> : </a:t>
            </a: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Predictive Maintenance</a:t>
            </a:r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77165" y="128905"/>
            <a:ext cx="4064000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4775" y="786130"/>
            <a:ext cx="12087860" cy="3601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Turbofan engines gradually degrade during operation.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Unexpected failures can cause downtime and higher maintenance costs.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Predicting the remaining useful life can support timely maintenance decisions.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Machine Learning can estimate RUL using engine sensor and operating-condition data..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81940" y="4137025"/>
            <a:ext cx="4032250" cy="676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Objective</a:t>
            </a:r>
            <a:endParaRPr lang="en-US" altLang="en-GB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19075" y="4742180"/>
            <a:ext cx="11205210" cy="1412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To develop a Machine Learning model that predicts the Remaining Useful Life (RUL) of turbofan engines.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" name="Rectangle 1"/>
          <p:cNvSpPr/>
          <p:nvPr/>
        </p:nvSpPr>
        <p:spPr>
          <a:xfrm>
            <a:off x="0" y="0"/>
            <a:ext cx="11927205" cy="53936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8" name="TextBox 2"/>
          <p:cNvSpPr txBox="1"/>
          <p:nvPr/>
        </p:nvSpPr>
        <p:spPr>
          <a:xfrm>
            <a:off x="116840" y="107950"/>
            <a:ext cx="2193290" cy="61531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IN" sz="3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Datasets</a:t>
            </a:r>
            <a:endParaRPr lang="en-IN" sz="3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9" name="TextBox 3"/>
          <p:cNvSpPr txBox="1"/>
          <p:nvPr/>
        </p:nvSpPr>
        <p:spPr>
          <a:xfrm>
            <a:off x="594360" y="722630"/>
            <a:ext cx="5564505" cy="46164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altLang="en-GB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NASA C-MAPSS Turbofan Engine Dataset</a:t>
            </a:r>
            <a:endParaRPr lang="en-US" altLang="en-GB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4360" y="1325880"/>
            <a:ext cx="201168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1" name="TextBox 5"/>
          <p:cNvSpPr txBox="1"/>
          <p:nvPr/>
        </p:nvSpPr>
        <p:spPr>
          <a:xfrm>
            <a:off x="795528" y="1490472"/>
            <a:ext cx="116522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65B91"/>
                </a:solidFill>
                <a:latin typeface="Times New Roman" panose="02020603050405020304" charset="0"/>
                <a:cs typeface="Times New Roman" panose="02020603050405020304" charset="0"/>
              </a:rPr>
              <a:t>Dataset</a:t>
            </a:r>
            <a:endParaRPr sz="2400" b="1">
              <a:solidFill>
                <a:srgbClr val="265B9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2834640" y="1325880"/>
            <a:ext cx="201168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3" name="TextBox 7"/>
          <p:cNvSpPr txBox="1"/>
          <p:nvPr/>
        </p:nvSpPr>
        <p:spPr>
          <a:xfrm>
            <a:off x="3035808" y="1490472"/>
            <a:ext cx="169291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en-GB" sz="2400" b="1">
                <a:solidFill>
                  <a:srgbClr val="265B91"/>
                </a:solidFill>
                <a:latin typeface="Times New Roman" panose="02020603050405020304" charset="0"/>
                <a:cs typeface="Times New Roman" panose="02020603050405020304" charset="0"/>
              </a:rPr>
              <a:t>Train Rows</a:t>
            </a:r>
            <a:endParaRPr lang="en-US" altLang="en-GB" sz="2400" b="1">
              <a:solidFill>
                <a:srgbClr val="265B9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5074920" y="1325880"/>
            <a:ext cx="201168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5" name="TextBox 9"/>
          <p:cNvSpPr txBox="1"/>
          <p:nvPr/>
        </p:nvSpPr>
        <p:spPr>
          <a:xfrm>
            <a:off x="5276088" y="1490472"/>
            <a:ext cx="150114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65B91"/>
                </a:solidFill>
                <a:latin typeface="Times New Roman" panose="02020603050405020304" charset="0"/>
                <a:cs typeface="Times New Roman" panose="02020603050405020304" charset="0"/>
              </a:rPr>
              <a:t>Test </a:t>
            </a:r>
            <a:r>
              <a:rPr lang="en-IN" sz="2400" b="1">
                <a:solidFill>
                  <a:srgbClr val="265B91"/>
                </a:solidFill>
                <a:latin typeface="Times New Roman" panose="02020603050405020304" charset="0"/>
                <a:cs typeface="Times New Roman" panose="02020603050405020304" charset="0"/>
              </a:rPr>
              <a:t>Rows</a:t>
            </a:r>
            <a:endParaRPr lang="en-IN" sz="2400" b="1">
              <a:solidFill>
                <a:srgbClr val="265B9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7315200" y="1325880"/>
            <a:ext cx="201168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7" name="TextBox 11"/>
          <p:cNvSpPr txBox="1"/>
          <p:nvPr/>
        </p:nvSpPr>
        <p:spPr>
          <a:xfrm>
            <a:off x="7188835" y="1490345"/>
            <a:ext cx="226504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2400" b="1">
                <a:solidFill>
                  <a:srgbClr val="265B91"/>
                </a:solidFill>
                <a:latin typeface="Times New Roman" panose="02020603050405020304" charset="0"/>
                <a:cs typeface="Times New Roman" panose="02020603050405020304" charset="0"/>
              </a:rPr>
              <a:t>Train Engines</a:t>
            </a:r>
            <a:endParaRPr lang="en-US" altLang="en-GB" sz="2400" b="1">
              <a:solidFill>
                <a:srgbClr val="265B9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9555480" y="1325880"/>
            <a:ext cx="201168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9" name="TextBox 13"/>
          <p:cNvSpPr txBox="1"/>
          <p:nvPr/>
        </p:nvSpPr>
        <p:spPr>
          <a:xfrm>
            <a:off x="9756648" y="1486027"/>
            <a:ext cx="182245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2400" b="1">
                <a:solidFill>
                  <a:srgbClr val="265B91"/>
                </a:solidFill>
                <a:latin typeface="Times New Roman" panose="02020603050405020304" charset="0"/>
                <a:cs typeface="Times New Roman" panose="02020603050405020304" charset="0"/>
              </a:rPr>
              <a:t>Test Engines</a:t>
            </a:r>
            <a:endParaRPr lang="en-IN" sz="2400" b="1">
              <a:solidFill>
                <a:srgbClr val="265B9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594360" y="214884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1" name="TextBox 15"/>
          <p:cNvSpPr txBox="1"/>
          <p:nvPr/>
        </p:nvSpPr>
        <p:spPr>
          <a:xfrm>
            <a:off x="639445" y="2148840"/>
            <a:ext cx="1966595" cy="624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FD001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2834640" y="214884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3" name="TextBox 17"/>
          <p:cNvSpPr txBox="1"/>
          <p:nvPr/>
        </p:nvSpPr>
        <p:spPr>
          <a:xfrm>
            <a:off x="2835275" y="2148840"/>
            <a:ext cx="2011045" cy="624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en-GB"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20,631</a:t>
            </a:r>
            <a:endParaRPr lang="en-US" altLang="en-GB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5074920" y="214884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5" name="TextBox 19"/>
          <p:cNvSpPr txBox="1"/>
          <p:nvPr/>
        </p:nvSpPr>
        <p:spPr>
          <a:xfrm>
            <a:off x="5074920" y="2148205"/>
            <a:ext cx="2011045" cy="6254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13096</a:t>
            </a:r>
            <a:endParaRPr lang="en-IN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7315200" y="214884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7" name="TextBox 21"/>
          <p:cNvSpPr txBox="1"/>
          <p:nvPr/>
        </p:nvSpPr>
        <p:spPr>
          <a:xfrm>
            <a:off x="7315200" y="2148205"/>
            <a:ext cx="2011680" cy="6254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100</a:t>
            </a:r>
            <a:endParaRPr lang="en-IN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9555480" y="214884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9" name="TextBox 23"/>
          <p:cNvSpPr txBox="1"/>
          <p:nvPr/>
        </p:nvSpPr>
        <p:spPr>
          <a:xfrm>
            <a:off x="9554845" y="2148840"/>
            <a:ext cx="2025015" cy="622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400">
                <a:latin typeface="Times New Roman" panose="02020603050405020304" charset="0"/>
                <a:cs typeface="Times New Roman" panose="02020603050405020304" charset="0"/>
              </a:rPr>
              <a:t>100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spcBef>
                <a:spcPts val="700"/>
              </a:spcBef>
            </a:pPr>
            <a:endParaRPr lang="en-IN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594360" y="297180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1" name="TextBox 25"/>
          <p:cNvSpPr txBox="1"/>
          <p:nvPr/>
        </p:nvSpPr>
        <p:spPr>
          <a:xfrm>
            <a:off x="594360" y="2972435"/>
            <a:ext cx="2011680" cy="6242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FD002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2834640" y="297180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3" name="TextBox 27"/>
          <p:cNvSpPr txBox="1"/>
          <p:nvPr/>
        </p:nvSpPr>
        <p:spPr>
          <a:xfrm>
            <a:off x="2835910" y="2972435"/>
            <a:ext cx="2010410" cy="6242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en-GB"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53,759</a:t>
            </a:r>
            <a:endParaRPr lang="en-US" altLang="en-GB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5074920" y="297180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5" name="TextBox 29"/>
          <p:cNvSpPr txBox="1"/>
          <p:nvPr/>
        </p:nvSpPr>
        <p:spPr>
          <a:xfrm>
            <a:off x="5074285" y="2971800"/>
            <a:ext cx="2011045" cy="624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400">
                <a:latin typeface="Times New Roman" panose="02020603050405020304" charset="0"/>
                <a:cs typeface="Times New Roman" panose="02020603050405020304" charset="0"/>
              </a:rPr>
              <a:t>33,091</a:t>
            </a:r>
            <a:endParaRPr lang="en-IN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7315200" y="297180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7" name="TextBox 31"/>
          <p:cNvSpPr txBox="1"/>
          <p:nvPr/>
        </p:nvSpPr>
        <p:spPr>
          <a:xfrm>
            <a:off x="7315200" y="2971800"/>
            <a:ext cx="2011680" cy="624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260</a:t>
            </a:r>
            <a:endParaRPr lang="en-IN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9555480" y="297180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9" name="TextBox 33"/>
          <p:cNvSpPr txBox="1"/>
          <p:nvPr/>
        </p:nvSpPr>
        <p:spPr>
          <a:xfrm>
            <a:off x="9555480" y="2971800"/>
            <a:ext cx="2023745" cy="62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400">
                <a:latin typeface="Times New Roman" panose="02020603050405020304" charset="0"/>
                <a:cs typeface="Times New Roman" panose="02020603050405020304" charset="0"/>
              </a:rPr>
              <a:t>259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spcBef>
                <a:spcPts val="700"/>
              </a:spcBef>
            </a:pP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594360" y="379476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1" name="TextBox 35"/>
          <p:cNvSpPr txBox="1"/>
          <p:nvPr/>
        </p:nvSpPr>
        <p:spPr>
          <a:xfrm>
            <a:off x="639445" y="3794125"/>
            <a:ext cx="1966595" cy="6254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FD003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2834640" y="379476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3" name="TextBox 37"/>
          <p:cNvSpPr txBox="1"/>
          <p:nvPr/>
        </p:nvSpPr>
        <p:spPr>
          <a:xfrm>
            <a:off x="2834640" y="3794125"/>
            <a:ext cx="2012315" cy="6254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24,720</a:t>
            </a:r>
            <a:endParaRPr lang="en-IN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5074920" y="379476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5" name="TextBox 39"/>
          <p:cNvSpPr txBox="1"/>
          <p:nvPr/>
        </p:nvSpPr>
        <p:spPr>
          <a:xfrm>
            <a:off x="5074285" y="3794760"/>
            <a:ext cx="2011680" cy="62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en-GB"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16,772</a:t>
            </a:r>
            <a:endParaRPr lang="en-US" altLang="en-GB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7315200" y="379476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7" name="TextBox 41"/>
          <p:cNvSpPr txBox="1"/>
          <p:nvPr/>
        </p:nvSpPr>
        <p:spPr>
          <a:xfrm>
            <a:off x="7315200" y="3794760"/>
            <a:ext cx="2011680" cy="624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100</a:t>
            </a:r>
            <a:endParaRPr lang="en-IN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9555480" y="379476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9" name="TextBox 43"/>
          <p:cNvSpPr txBox="1"/>
          <p:nvPr/>
        </p:nvSpPr>
        <p:spPr>
          <a:xfrm>
            <a:off x="9555480" y="3794125"/>
            <a:ext cx="2023745" cy="6254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100</a:t>
            </a:r>
            <a:endParaRPr lang="en-IN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594360" y="461772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1" name="TextBox 45"/>
          <p:cNvSpPr txBox="1"/>
          <p:nvPr/>
        </p:nvSpPr>
        <p:spPr>
          <a:xfrm>
            <a:off x="594360" y="4617085"/>
            <a:ext cx="2011680" cy="6254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FD004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2834640" y="461772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3" name="TextBox 47"/>
          <p:cNvSpPr txBox="1"/>
          <p:nvPr/>
        </p:nvSpPr>
        <p:spPr>
          <a:xfrm>
            <a:off x="2835910" y="4616450"/>
            <a:ext cx="2011045" cy="626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en-GB"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61,249</a:t>
            </a:r>
            <a:endParaRPr lang="en-US" altLang="en-GB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5074920" y="461772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5" name="TextBox 49"/>
          <p:cNvSpPr txBox="1"/>
          <p:nvPr/>
        </p:nvSpPr>
        <p:spPr>
          <a:xfrm>
            <a:off x="5074920" y="4617720"/>
            <a:ext cx="2012315" cy="624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41,214</a:t>
            </a:r>
            <a:endParaRPr lang="en-IN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7315200" y="461772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7" name="TextBox 51"/>
          <p:cNvSpPr txBox="1"/>
          <p:nvPr/>
        </p:nvSpPr>
        <p:spPr>
          <a:xfrm>
            <a:off x="7315200" y="4617085"/>
            <a:ext cx="2011680" cy="622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248</a:t>
            </a:r>
            <a:endParaRPr lang="en-IN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9555480" y="461772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9" name="TextBox 53"/>
          <p:cNvSpPr txBox="1"/>
          <p:nvPr/>
        </p:nvSpPr>
        <p:spPr>
          <a:xfrm>
            <a:off x="9555480" y="4617085"/>
            <a:ext cx="2011045" cy="6254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248</a:t>
            </a:r>
            <a:endParaRPr lang="en-IN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1" name="Text Box 130"/>
          <p:cNvSpPr txBox="1"/>
          <p:nvPr/>
        </p:nvSpPr>
        <p:spPr>
          <a:xfrm>
            <a:off x="445770" y="5393690"/>
            <a:ext cx="9392920" cy="1221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Dataset Details</a:t>
            </a:r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264,532 Total Records | 26 Features | 21 Sensors | 3 Operating Settings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Diagram 6"/>
          <p:cNvGraphicFramePr/>
          <p:nvPr/>
        </p:nvGraphicFramePr>
        <p:xfrm>
          <a:off x="2032000" y="756285"/>
          <a:ext cx="8848725" cy="5722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212090" y="167005"/>
            <a:ext cx="5633720" cy="589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End-to-End ML Pipeline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Rectangle 1"/>
          <p:cNvSpPr/>
          <p:nvPr/>
        </p:nvSpPr>
        <p:spPr>
          <a:xfrm>
            <a:off x="137795" y="16954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"/>
          <p:cNvSpPr txBox="1"/>
          <p:nvPr/>
        </p:nvSpPr>
        <p:spPr>
          <a:xfrm>
            <a:off x="640080" y="320040"/>
            <a:ext cx="449516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RUL Label Construction</a:t>
            </a:r>
            <a:endParaRPr sz="32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77240" y="1215390"/>
            <a:ext cx="5111750" cy="4017645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4"/>
          <p:cNvSpPr txBox="1"/>
          <p:nvPr/>
        </p:nvSpPr>
        <p:spPr>
          <a:xfrm>
            <a:off x="783590" y="1492885"/>
            <a:ext cx="4859020" cy="37699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solidFill>
                  <a:srgbClr val="265B91"/>
                </a:solidFill>
                <a:latin typeface="Times New Roman" panose="02020603050405020304" charset="0"/>
                <a:cs typeface="Times New Roman" panose="02020603050405020304" charset="0"/>
              </a:rPr>
              <a:t>Training RUL</a:t>
            </a:r>
            <a:endParaRPr sz="2400" b="1">
              <a:solidFill>
                <a:srgbClr val="265B9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Bef>
                <a:spcPts val="700"/>
              </a:spcBef>
            </a:pPr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For each engine:
Maximum cycle − current cycle
This creates a target RUL value for every training row.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26480" y="1215390"/>
            <a:ext cx="5348605" cy="4017645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6"/>
          <p:cNvSpPr txBox="1"/>
          <p:nvPr/>
        </p:nvSpPr>
        <p:spPr>
          <a:xfrm>
            <a:off x="6113145" y="1492885"/>
            <a:ext cx="5361940" cy="37255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sz="2400" b="1">
                <a:solidFill>
                  <a:srgbClr val="32825A"/>
                </a:solidFill>
                <a:latin typeface="Times New Roman" panose="02020603050405020304" charset="0"/>
                <a:cs typeface="Times New Roman" panose="02020603050405020304" charset="0"/>
              </a:rPr>
              <a:t>NASA Test Data</a:t>
            </a:r>
            <a:endParaRPr sz="2400" b="1">
              <a:solidFill>
                <a:srgbClr val="32825A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altLang="en-GB"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Test trajectories stop before failure. The final observed row of each engine is used as input. NASA provides the corresponding true RUL separately for evaluation.</a:t>
            </a:r>
            <a:endParaRPr lang="en-US" altLang="en-GB"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TextBox 9"/>
          <p:cNvSpPr txBox="1"/>
          <p:nvPr/>
        </p:nvSpPr>
        <p:spPr>
          <a:xfrm>
            <a:off x="1088136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8"/>
                </a:solidFill>
              </a:rPr>
              <a:t>6</a:t>
            </a:r>
            <a:endParaRPr sz="900">
              <a:solidFill>
                <a:srgbClr val="646E7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69875" y="112395"/>
            <a:ext cx="7689850" cy="659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Data </a:t>
            </a:r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Preprocessing &amp; Feature Preparation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335280" y="840740"/>
          <a:ext cx="11266805" cy="4017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1677035" y="5090795"/>
            <a:ext cx="8554085" cy="989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Final models used tree-based regression algorithms</a:t>
            </a:r>
            <a:r>
              <a:rPr lang="en-US" altLang="en-GB"/>
              <a:t>.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23520" y="151130"/>
            <a:ext cx="5623560" cy="806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Machine Learning Models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405765" y="875665"/>
          <a:ext cx="11014710" cy="2553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6" name="Diagram 5"/>
          <p:cNvGraphicFramePr/>
          <p:nvPr/>
        </p:nvGraphicFramePr>
        <p:xfrm>
          <a:off x="224155" y="3670935"/>
          <a:ext cx="5084445" cy="3017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10" name="Diagram 9"/>
          <p:cNvGraphicFramePr/>
          <p:nvPr/>
        </p:nvGraphicFramePr>
        <p:xfrm>
          <a:off x="5781675" y="3670300"/>
          <a:ext cx="5709285" cy="3017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48920" y="203835"/>
            <a:ext cx="4439920" cy="582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Model Validation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48920" y="786130"/>
            <a:ext cx="10988040" cy="5230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50000"/>
              </a:lnSpc>
            </a:pPr>
            <a:r>
              <a:rPr lang="en-US" altLang="en-GB" sz="2600" b="1">
                <a:latin typeface="Times New Roman" panose="02020603050405020304" charset="0"/>
                <a:cs typeface="Times New Roman" panose="02020603050405020304" charset="0"/>
              </a:rPr>
              <a:t>Validation Method</a:t>
            </a:r>
            <a:endParaRPr lang="en-US" altLang="en-GB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600">
                <a:latin typeface="Times New Roman" panose="02020603050405020304" charset="0"/>
                <a:cs typeface="Times New Roman" panose="02020603050405020304" charset="0"/>
              </a:rPr>
              <a:t>Used GroupShuffleSplit for train-validation splitting.</a:t>
            </a:r>
            <a:endParaRPr lang="en-US" altLang="en-GB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600">
                <a:latin typeface="Times New Roman" panose="02020603050405020304" charset="0"/>
                <a:cs typeface="Times New Roman" panose="02020603050405020304" charset="0"/>
              </a:rPr>
              <a:t>Complete engine trajectories were kept within a single split.</a:t>
            </a:r>
            <a:endParaRPr lang="en-US" altLang="en-GB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600">
                <a:latin typeface="Times New Roman" panose="02020603050405020304" charset="0"/>
                <a:cs typeface="Times New Roman" panose="02020603050405020304" charset="0"/>
              </a:rPr>
              <a:t>This ensures the model is validated on unseen engines.</a:t>
            </a:r>
            <a:endParaRPr lang="en-US" altLang="en-GB" sz="2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GB" sz="2600" b="1">
                <a:latin typeface="Times New Roman" panose="02020603050405020304" charset="0"/>
                <a:cs typeface="Times New Roman" panose="02020603050405020304" charset="0"/>
              </a:rPr>
              <a:t>Data Leakage Prevention</a:t>
            </a:r>
            <a:endParaRPr lang="en-US" altLang="en-GB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600">
                <a:latin typeface="Times New Roman" panose="02020603050405020304" charset="0"/>
                <a:cs typeface="Times New Roman" panose="02020603050405020304" charset="0"/>
              </a:rPr>
              <a:t>Measurements from the same engine are related across operating cycles.</a:t>
            </a:r>
            <a:endParaRPr lang="en-US" altLang="en-GB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600">
                <a:latin typeface="Times New Roman" panose="02020603050405020304" charset="0"/>
                <a:cs typeface="Times New Roman" panose="02020603050405020304" charset="0"/>
              </a:rPr>
              <a:t>Splitting individual rows could cause information from the same engine to appear in both training and validation data.</a:t>
            </a:r>
            <a:endParaRPr lang="en-US" altLang="en-GB" sz="26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600">
                <a:latin typeface="Times New Roman" panose="02020603050405020304" charset="0"/>
                <a:cs typeface="Times New Roman" panose="02020603050405020304" charset="0"/>
              </a:rPr>
              <a:t>Engine-wise splitting helps reduce this data leakage.</a:t>
            </a:r>
            <a:endParaRPr lang="en-US" altLang="en-GB" sz="2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1"/>
          <p:cNvSpPr/>
          <p:nvPr/>
        </p:nvSpPr>
        <p:spPr>
          <a:xfrm>
            <a:off x="264160" y="137795"/>
            <a:ext cx="11597005" cy="6720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264160" y="137160"/>
            <a:ext cx="5443855" cy="635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Final Model Performance</a:t>
            </a:r>
            <a:endParaRPr sz="2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424815" y="772160"/>
            <a:ext cx="5096510" cy="48069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Independent NASA test-set evaluation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201168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5"/>
          <p:cNvSpPr txBox="1"/>
          <p:nvPr/>
        </p:nvSpPr>
        <p:spPr>
          <a:xfrm>
            <a:off x="795528" y="1490472"/>
            <a:ext cx="116522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65B91"/>
                </a:solidFill>
                <a:latin typeface="Times New Roman" panose="02020603050405020304" charset="0"/>
                <a:cs typeface="Times New Roman" panose="02020603050405020304" charset="0"/>
              </a:rPr>
              <a:t>Dataset</a:t>
            </a:r>
            <a:endParaRPr sz="2400" b="1">
              <a:solidFill>
                <a:srgbClr val="265B9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834640" y="1325880"/>
            <a:ext cx="201168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3035808" y="1490472"/>
            <a:ext cx="17653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65B91"/>
                </a:solidFill>
                <a:latin typeface="Times New Roman" panose="02020603050405020304" charset="0"/>
                <a:cs typeface="Times New Roman" panose="02020603050405020304" charset="0"/>
              </a:rPr>
              <a:t>Final Model</a:t>
            </a:r>
            <a:endParaRPr sz="2400" b="1">
              <a:solidFill>
                <a:srgbClr val="265B9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74920" y="1325880"/>
            <a:ext cx="201168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9"/>
          <p:cNvSpPr txBox="1"/>
          <p:nvPr/>
        </p:nvSpPr>
        <p:spPr>
          <a:xfrm>
            <a:off x="5276088" y="1490472"/>
            <a:ext cx="182245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65B91"/>
                </a:solidFill>
                <a:latin typeface="Times New Roman" panose="02020603050405020304" charset="0"/>
                <a:cs typeface="Times New Roman" panose="02020603050405020304" charset="0"/>
              </a:rPr>
              <a:t>Test Engines</a:t>
            </a:r>
            <a:endParaRPr sz="2400" b="1">
              <a:solidFill>
                <a:srgbClr val="265B9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0" y="1325880"/>
            <a:ext cx="201168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1"/>
          <p:cNvSpPr txBox="1"/>
          <p:nvPr/>
        </p:nvSpPr>
        <p:spPr>
          <a:xfrm>
            <a:off x="7314565" y="1490345"/>
            <a:ext cx="230949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65B91"/>
                </a:solidFill>
                <a:latin typeface="Times New Roman" panose="02020603050405020304" charset="0"/>
                <a:cs typeface="Times New Roman" panose="02020603050405020304" charset="0"/>
              </a:rPr>
              <a:t>MAE (cycles)</a:t>
            </a:r>
            <a:endParaRPr sz="2400" b="1">
              <a:solidFill>
                <a:srgbClr val="265B9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555480" y="1325880"/>
            <a:ext cx="201168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3"/>
          <p:cNvSpPr txBox="1"/>
          <p:nvPr/>
        </p:nvSpPr>
        <p:spPr>
          <a:xfrm>
            <a:off x="9554845" y="1490345"/>
            <a:ext cx="23063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65B91"/>
                </a:solidFill>
                <a:latin typeface="Times New Roman" panose="02020603050405020304" charset="0"/>
                <a:cs typeface="Times New Roman" panose="02020603050405020304" charset="0"/>
              </a:rPr>
              <a:t>RMSE (cycles)</a:t>
            </a:r>
            <a:endParaRPr sz="2400" b="1">
              <a:solidFill>
                <a:srgbClr val="265B9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4360" y="214884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5"/>
          <p:cNvSpPr txBox="1"/>
          <p:nvPr/>
        </p:nvSpPr>
        <p:spPr>
          <a:xfrm>
            <a:off x="795528" y="2313432"/>
            <a:ext cx="102997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FD001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834640" y="214884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17"/>
          <p:cNvSpPr txBox="1"/>
          <p:nvPr/>
        </p:nvSpPr>
        <p:spPr>
          <a:xfrm>
            <a:off x="2834005" y="2075180"/>
            <a:ext cx="2256155" cy="6991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3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Gradient</a:t>
            </a:r>
            <a:r>
              <a:rPr lang="en-IN" sz="23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3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Boosting</a:t>
            </a:r>
            <a:endParaRPr sz="23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74920" y="214884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19"/>
          <p:cNvSpPr txBox="1"/>
          <p:nvPr/>
        </p:nvSpPr>
        <p:spPr>
          <a:xfrm>
            <a:off x="5276088" y="2313432"/>
            <a:ext cx="6400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100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15200" y="214884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1"/>
          <p:cNvSpPr txBox="1"/>
          <p:nvPr/>
        </p:nvSpPr>
        <p:spPr>
          <a:xfrm>
            <a:off x="7516368" y="2313432"/>
            <a:ext cx="8686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18.18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555480" y="214884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3"/>
          <p:cNvSpPr txBox="1"/>
          <p:nvPr/>
        </p:nvSpPr>
        <p:spPr>
          <a:xfrm>
            <a:off x="9756648" y="2313432"/>
            <a:ext cx="8686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24.86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94360" y="297180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5"/>
          <p:cNvSpPr txBox="1"/>
          <p:nvPr/>
        </p:nvSpPr>
        <p:spPr>
          <a:xfrm>
            <a:off x="795528" y="3136392"/>
            <a:ext cx="102997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FD002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834640" y="297180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TextBox 27"/>
          <p:cNvSpPr txBox="1"/>
          <p:nvPr/>
        </p:nvSpPr>
        <p:spPr>
          <a:xfrm>
            <a:off x="2834005" y="2971800"/>
            <a:ext cx="2255520" cy="624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Random Forest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074920" y="297180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Box 29"/>
          <p:cNvSpPr txBox="1"/>
          <p:nvPr/>
        </p:nvSpPr>
        <p:spPr>
          <a:xfrm>
            <a:off x="5276088" y="3136392"/>
            <a:ext cx="6400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259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315200" y="297180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TextBox 31"/>
          <p:cNvSpPr txBox="1"/>
          <p:nvPr/>
        </p:nvSpPr>
        <p:spPr>
          <a:xfrm>
            <a:off x="7516368" y="3136392"/>
            <a:ext cx="8686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20.34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555480" y="297180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TextBox 33"/>
          <p:cNvSpPr txBox="1"/>
          <p:nvPr/>
        </p:nvSpPr>
        <p:spPr>
          <a:xfrm>
            <a:off x="9756648" y="3136392"/>
            <a:ext cx="8686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28.14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94360" y="379476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TextBox 35"/>
          <p:cNvSpPr txBox="1"/>
          <p:nvPr/>
        </p:nvSpPr>
        <p:spPr>
          <a:xfrm>
            <a:off x="795528" y="3959352"/>
            <a:ext cx="102997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FD003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834640" y="379476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TextBox 37"/>
          <p:cNvSpPr txBox="1"/>
          <p:nvPr/>
        </p:nvSpPr>
        <p:spPr>
          <a:xfrm>
            <a:off x="2834005" y="3730625"/>
            <a:ext cx="1967865" cy="77025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3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Gradient </a:t>
            </a:r>
            <a:endParaRPr sz="23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sz="23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Boosting</a:t>
            </a:r>
            <a:endParaRPr sz="23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74920" y="379476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TextBox 39"/>
          <p:cNvSpPr txBox="1"/>
          <p:nvPr/>
        </p:nvSpPr>
        <p:spPr>
          <a:xfrm>
            <a:off x="5276088" y="3959352"/>
            <a:ext cx="6400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100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315200" y="379476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TextBox 41"/>
          <p:cNvSpPr txBox="1"/>
          <p:nvPr/>
        </p:nvSpPr>
        <p:spPr>
          <a:xfrm>
            <a:off x="7516368" y="3959352"/>
            <a:ext cx="8686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32.25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555480" y="379476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" name="TextBox 43"/>
          <p:cNvSpPr txBox="1"/>
          <p:nvPr/>
        </p:nvSpPr>
        <p:spPr>
          <a:xfrm>
            <a:off x="9756648" y="3959352"/>
            <a:ext cx="8686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42.50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94360" y="461772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TextBox 45"/>
          <p:cNvSpPr txBox="1"/>
          <p:nvPr/>
        </p:nvSpPr>
        <p:spPr>
          <a:xfrm>
            <a:off x="795528" y="4782312"/>
            <a:ext cx="102997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FD004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2834640" y="461772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TextBox 47"/>
          <p:cNvSpPr txBox="1"/>
          <p:nvPr/>
        </p:nvSpPr>
        <p:spPr>
          <a:xfrm>
            <a:off x="2834005" y="4617085"/>
            <a:ext cx="2255520" cy="6254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Random Forest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5074920" y="461772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TextBox 49"/>
          <p:cNvSpPr txBox="1"/>
          <p:nvPr/>
        </p:nvSpPr>
        <p:spPr>
          <a:xfrm>
            <a:off x="5276088" y="4782312"/>
            <a:ext cx="6400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248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315200" y="461772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TextBox 51"/>
          <p:cNvSpPr txBox="1"/>
          <p:nvPr/>
        </p:nvSpPr>
        <p:spPr>
          <a:xfrm>
            <a:off x="7516368" y="4782312"/>
            <a:ext cx="8686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27.96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9555480" y="4617720"/>
            <a:ext cx="20116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TextBox 53"/>
          <p:cNvSpPr txBox="1"/>
          <p:nvPr/>
        </p:nvSpPr>
        <p:spPr>
          <a:xfrm>
            <a:off x="9756648" y="4782312"/>
            <a:ext cx="8686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232D37"/>
                </a:solidFill>
                <a:latin typeface="Times New Roman" panose="02020603050405020304" charset="0"/>
                <a:cs typeface="Times New Roman" panose="02020603050405020304" charset="0"/>
              </a:rPr>
              <a:t>39.42</a:t>
            </a:r>
            <a:endParaRPr sz="2400">
              <a:solidFill>
                <a:srgbClr val="232D3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TextBox 54"/>
          <p:cNvSpPr txBox="1"/>
          <p:nvPr/>
        </p:nvSpPr>
        <p:spPr>
          <a:xfrm>
            <a:off x="822960" y="5715000"/>
            <a:ext cx="107442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MAE = mean absolute error. RMSE = root mean squared error. Lower values indicate smaller prediction errors.</a:t>
            </a:r>
            <a:endParaRPr sz="2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43840" y="133985"/>
            <a:ext cx="4360545" cy="869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Important Features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43840" y="718185"/>
            <a:ext cx="4773930" cy="3745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600" b="1">
                <a:latin typeface="Times New Roman" panose="02020603050405020304" charset="0"/>
                <a:cs typeface="Times New Roman" panose="02020603050405020304" charset="0"/>
              </a:rPr>
              <a:t>Key Predictive Features</a:t>
            </a:r>
            <a:endParaRPr lang="en-US" altLang="en-GB" sz="2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Time Cycles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Sensor 11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Sensor 4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Sensor 12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Sensor 15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Sensor 13</a:t>
            </a:r>
            <a:endParaRPr lang="en-GB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51130" y="4464050"/>
            <a:ext cx="11720830" cy="229933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2600" b="1">
                <a:latin typeface="Times New Roman" panose="02020603050405020304" charset="0"/>
                <a:cs typeface="Times New Roman" panose="02020603050405020304" charset="0"/>
              </a:rPr>
              <a:t>Model Interpretation</a:t>
            </a:r>
            <a:endParaRPr sz="2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 Feature importance was used to identify measurements that contributed strongly to the tree-based models. 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 Importance varies across FD001–FD004 due to differences in operating conditions and fault configurations.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33045" y="260350"/>
            <a:ext cx="4445635" cy="690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Streamlit Deployment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33045" y="951230"/>
            <a:ext cx="5420995" cy="506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600">
                <a:latin typeface="Times New Roman" panose="02020603050405020304" charset="0"/>
                <a:cs typeface="Times New Roman" panose="02020603050405020304" charset="0"/>
              </a:rPr>
              <a:t>Model Deployment &amp; Prediction</a:t>
            </a:r>
            <a:endParaRPr lang="en-US" altLang="en-GB" sz="26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8" name="Diagram 7"/>
          <p:cNvGraphicFramePr/>
          <p:nvPr/>
        </p:nvGraphicFramePr>
        <p:xfrm>
          <a:off x="548005" y="1457960"/>
          <a:ext cx="11139805" cy="3392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667385" y="5248275"/>
            <a:ext cx="406400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600" b="1">
                <a:latin typeface="Times New Roman" panose="02020603050405020304" charset="0"/>
                <a:cs typeface="Times New Roman" panose="02020603050405020304" charset="0"/>
              </a:rPr>
              <a:t>Model Deployment</a:t>
            </a:r>
            <a:endParaRPr lang="en-US" altLang="en-GB" sz="2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547370" y="5739765"/>
            <a:ext cx="8789035" cy="828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Trained ML Models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 Joblib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 Streamlit App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 RUL Prediction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22885" y="367030"/>
            <a:ext cx="4678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Technologies Used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58115" y="1078865"/>
            <a:ext cx="5051425" cy="2468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Programming &amp; Data Processing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Pandas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NumPy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732270" y="951230"/>
            <a:ext cx="4376420" cy="2981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Machine Learning</a:t>
            </a:r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Scikit-learn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Decision Tree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Random Forest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Gradient Boosting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22885" y="4145280"/>
            <a:ext cx="5795010" cy="1823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Model Deployment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Joblib — Model saving &amp; loading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Streamlit — Interactive ML application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731635" y="4145280"/>
            <a:ext cx="4833620" cy="1365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Visualization</a:t>
            </a:r>
            <a:endParaRPr lang="en-US" altLang="en-GB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Matplotlib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49885" y="260985"/>
            <a:ext cx="56546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Limitations &amp; Future Scope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9" name="Diagram 8"/>
          <p:cNvGraphicFramePr/>
          <p:nvPr/>
        </p:nvGraphicFramePr>
        <p:xfrm>
          <a:off x="529590" y="1259205"/>
          <a:ext cx="10754995" cy="48787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81635" y="229870"/>
            <a:ext cx="4254500" cy="752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GB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07340" y="1109980"/>
            <a:ext cx="11257280" cy="4933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Developed an end-to-end Machine Learning regression project for RUL prediction.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Used all four NASA C-MAPSS datasets (FD001–FD004).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Compared Decision Tree, Random Forest and Gradient Boosting models.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Used engine-wise validation to reduce data leakage.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Evaluated final models using independent NASA test data.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GB" sz="2400">
                <a:latin typeface="Times New Roman" panose="02020603050405020304" charset="0"/>
                <a:cs typeface="Times New Roman" panose="02020603050405020304" charset="0"/>
              </a:rPr>
              <a:t>Deployed the trained models using Streamlit for interactive RUL prediction.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08000" y="1926590"/>
            <a:ext cx="10632440" cy="183134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IN" altLang="en-GB" sz="10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IN" altLang="en-GB" sz="100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3629</Words>
  <Application>WPS Presentation</Application>
  <PresentationFormat>Widescreen</PresentationFormat>
  <Paragraphs>232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Akhil</cp:lastModifiedBy>
  <cp:revision>5</cp:revision>
  <dcterms:created xsi:type="dcterms:W3CDTF">2025-07-23T00:59:00Z</dcterms:created>
  <dcterms:modified xsi:type="dcterms:W3CDTF">2026-09-27T15:12:09Z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71D750AF6C4641AEADD202FEFE99AA0F_13</vt:lpwstr>
  </property>
  <property fmtid="{D5CDD505-2E9C-101B-9397-08002B2CF9AE}" pid="3" name="KSOProductBuildVer">
    <vt:lpwstr>1033-12.1.0.28096</vt:lpwstr>
  </property>
</Properties>
</file>